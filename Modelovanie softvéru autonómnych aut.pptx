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artoš" userId="c590b6d156e9df95" providerId="LiveId" clId="{C34B712D-12F2-4881-95AF-0FA356DF81D3}"/>
    <pc:docChg chg="undo custSel addSld delSld modSld">
      <pc:chgData name="Peter Bartoš" userId="c590b6d156e9df95" providerId="LiveId" clId="{C34B712D-12F2-4881-95AF-0FA356DF81D3}" dt="2021-12-01T14:13:14.642" v="4973" actId="20577"/>
      <pc:docMkLst>
        <pc:docMk/>
      </pc:docMkLst>
      <pc:sldChg chg="addSp delSp modSp new mod setBg addAnim delAnim setClrOvrMap">
        <pc:chgData name="Peter Bartoš" userId="c590b6d156e9df95" providerId="LiveId" clId="{C34B712D-12F2-4881-95AF-0FA356DF81D3}" dt="2021-12-01T14:08:02.306" v="4486" actId="20577"/>
        <pc:sldMkLst>
          <pc:docMk/>
          <pc:sldMk cId="3594535387" sldId="256"/>
        </pc:sldMkLst>
        <pc:spChg chg="mod">
          <ac:chgData name="Peter Bartoš" userId="c590b6d156e9df95" providerId="LiveId" clId="{C34B712D-12F2-4881-95AF-0FA356DF81D3}" dt="2021-12-01T13:58:30.116" v="4372" actId="403"/>
          <ac:spMkLst>
            <pc:docMk/>
            <pc:sldMk cId="3594535387" sldId="256"/>
            <ac:spMk id="2" creationId="{2E845538-1D12-4202-97B0-6258DE00FF49}"/>
          </ac:spMkLst>
        </pc:spChg>
        <pc:spChg chg="mod">
          <ac:chgData name="Peter Bartoš" userId="c590b6d156e9df95" providerId="LiveId" clId="{C34B712D-12F2-4881-95AF-0FA356DF81D3}" dt="2021-12-01T14:08:02.306" v="4486" actId="20577"/>
          <ac:spMkLst>
            <pc:docMk/>
            <pc:sldMk cId="3594535387" sldId="256"/>
            <ac:spMk id="3" creationId="{3A860816-00C7-402E-B359-9ADFA2C5D8B3}"/>
          </ac:spMkLst>
        </pc:spChg>
        <pc:spChg chg="add">
          <ac:chgData name="Peter Bartoš" userId="c590b6d156e9df95" providerId="LiveId" clId="{C34B712D-12F2-4881-95AF-0FA356DF81D3}" dt="2021-12-01T07:45:13.365" v="148" actId="26606"/>
          <ac:spMkLst>
            <pc:docMk/>
            <pc:sldMk cId="3594535387" sldId="256"/>
            <ac:spMk id="6" creationId="{E49CC64F-7275-4E33-961B-0C5CDC439875}"/>
          </ac:spMkLst>
        </pc:spChg>
        <pc:spChg chg="add del">
          <ac:chgData name="Peter Bartoš" userId="c590b6d156e9df95" providerId="LiveId" clId="{C34B712D-12F2-4881-95AF-0FA356DF81D3}" dt="2021-12-01T07:44:37.262" v="127" actId="26606"/>
          <ac:spMkLst>
            <pc:docMk/>
            <pc:sldMk cId="3594535387" sldId="256"/>
            <ac:spMk id="9" creationId="{71B2258F-86CA-4D4D-8270-BC05FCDEBFB3}"/>
          </ac:spMkLst>
        </pc:spChg>
        <pc:picChg chg="add del">
          <ac:chgData name="Peter Bartoš" userId="c590b6d156e9df95" providerId="LiveId" clId="{C34B712D-12F2-4881-95AF-0FA356DF81D3}" dt="2021-12-01T07:44:37.262" v="127" actId="26606"/>
          <ac:picMkLst>
            <pc:docMk/>
            <pc:sldMk cId="3594535387" sldId="256"/>
            <ac:picMk id="5" creationId="{67CD457E-E816-4604-AE18-B7E68511E3D7}"/>
          </ac:picMkLst>
        </pc:picChg>
        <pc:picChg chg="add">
          <ac:chgData name="Peter Bartoš" userId="c590b6d156e9df95" providerId="LiveId" clId="{C34B712D-12F2-4881-95AF-0FA356DF81D3}" dt="2021-12-01T07:45:13.365" v="148" actId="26606"/>
          <ac:picMkLst>
            <pc:docMk/>
            <pc:sldMk cId="3594535387" sldId="256"/>
            <ac:picMk id="7" creationId="{FCB2C6D0-C8A7-4940-A552-62C69CDCEFB2}"/>
          </ac:picMkLst>
        </pc:picChg>
      </pc:sldChg>
      <pc:sldChg chg="addSp delSp modSp new mod setBg">
        <pc:chgData name="Peter Bartoš" userId="c590b6d156e9df95" providerId="LiveId" clId="{C34B712D-12F2-4881-95AF-0FA356DF81D3}" dt="2021-12-01T11:42:41.651" v="1713" actId="20577"/>
        <pc:sldMkLst>
          <pc:docMk/>
          <pc:sldMk cId="3882561375" sldId="257"/>
        </pc:sldMkLst>
        <pc:spChg chg="mod">
          <ac:chgData name="Peter Bartoš" userId="c590b6d156e9df95" providerId="LiveId" clId="{C34B712D-12F2-4881-95AF-0FA356DF81D3}" dt="2021-12-01T11:00:11.215" v="484" actId="1076"/>
          <ac:spMkLst>
            <pc:docMk/>
            <pc:sldMk cId="3882561375" sldId="257"/>
            <ac:spMk id="2" creationId="{A607BF7A-EDBA-491D-8525-68CE188BC71B}"/>
          </ac:spMkLst>
        </pc:spChg>
        <pc:spChg chg="mod">
          <ac:chgData name="Peter Bartoš" userId="c590b6d156e9df95" providerId="LiveId" clId="{C34B712D-12F2-4881-95AF-0FA356DF81D3}" dt="2021-12-01T11:42:41.651" v="1713" actId="20577"/>
          <ac:spMkLst>
            <pc:docMk/>
            <pc:sldMk cId="3882561375" sldId="257"/>
            <ac:spMk id="3" creationId="{4D906EDB-B39E-4531-9670-BCF621944DD6}"/>
          </ac:spMkLst>
        </pc:spChg>
        <pc:spChg chg="add del">
          <ac:chgData name="Peter Bartoš" userId="c590b6d156e9df95" providerId="LiveId" clId="{C34B712D-12F2-4881-95AF-0FA356DF81D3}" dt="2021-12-01T10:58:50.358" v="465" actId="26606"/>
          <ac:spMkLst>
            <pc:docMk/>
            <pc:sldMk cId="3882561375" sldId="257"/>
            <ac:spMk id="9" creationId="{2C61293E-6EBE-43EF-A52C-9BEBFD7679D4}"/>
          </ac:spMkLst>
        </pc:spChg>
        <pc:spChg chg="add del">
          <ac:chgData name="Peter Bartoš" userId="c590b6d156e9df95" providerId="LiveId" clId="{C34B712D-12F2-4881-95AF-0FA356DF81D3}" dt="2021-12-01T10:58:50.358" v="465" actId="26606"/>
          <ac:spMkLst>
            <pc:docMk/>
            <pc:sldMk cId="3882561375" sldId="257"/>
            <ac:spMk id="11" creationId="{21540236-BFD5-4A9D-8840-4703E7F76825}"/>
          </ac:spMkLst>
        </pc:spChg>
        <pc:spChg chg="add">
          <ac:chgData name="Peter Bartoš" userId="c590b6d156e9df95" providerId="LiveId" clId="{C34B712D-12F2-4881-95AF-0FA356DF81D3}" dt="2021-12-01T10:59:33.602" v="467" actId="26606"/>
          <ac:spMkLst>
            <pc:docMk/>
            <pc:sldMk cId="3882561375" sldId="257"/>
            <ac:spMk id="71" creationId="{F13C74B1-5B17-4795-BED0-7140497B445A}"/>
          </ac:spMkLst>
        </pc:spChg>
        <pc:spChg chg="add">
          <ac:chgData name="Peter Bartoš" userId="c590b6d156e9df95" providerId="LiveId" clId="{C34B712D-12F2-4881-95AF-0FA356DF81D3}" dt="2021-12-01T10:59:33.602" v="467" actId="26606"/>
          <ac:spMkLst>
            <pc:docMk/>
            <pc:sldMk cId="3882561375" sldId="257"/>
            <ac:spMk id="73" creationId="{D4974D33-8DC5-464E-8C6D-BE58F0669C17}"/>
          </ac:spMkLst>
        </pc:spChg>
        <pc:picChg chg="add del">
          <ac:chgData name="Peter Bartoš" userId="c590b6d156e9df95" providerId="LiveId" clId="{C34B712D-12F2-4881-95AF-0FA356DF81D3}" dt="2021-12-01T10:58:50.358" v="465" actId="26606"/>
          <ac:picMkLst>
            <pc:docMk/>
            <pc:sldMk cId="3882561375" sldId="257"/>
            <ac:picMk id="5" creationId="{2ED82FD9-1F31-4F6F-8003-B370D5CA0228}"/>
          </ac:picMkLst>
        </pc:picChg>
        <pc:picChg chg="add mod">
          <ac:chgData name="Peter Bartoš" userId="c590b6d156e9df95" providerId="LiveId" clId="{C34B712D-12F2-4881-95AF-0FA356DF81D3}" dt="2021-12-01T10:59:33.602" v="467" actId="26606"/>
          <ac:picMkLst>
            <pc:docMk/>
            <pc:sldMk cId="3882561375" sldId="257"/>
            <ac:picMk id="1026" creationId="{264A43C8-88BD-4A8D-9A61-D8E5649D8F04}"/>
          </ac:picMkLst>
        </pc:picChg>
      </pc:sldChg>
      <pc:sldChg chg="addSp delSp modSp new del mod setBg modClrScheme addAnim modAnim setClrOvrMap chgLayout">
        <pc:chgData name="Peter Bartoš" userId="c590b6d156e9df95" providerId="LiveId" clId="{C34B712D-12F2-4881-95AF-0FA356DF81D3}" dt="2021-12-01T11:53:03.844" v="1981" actId="47"/>
        <pc:sldMkLst>
          <pc:docMk/>
          <pc:sldMk cId="1242525838" sldId="258"/>
        </pc:sldMkLst>
        <pc:spChg chg="del mod ord">
          <ac:chgData name="Peter Bartoš" userId="c590b6d156e9df95" providerId="LiveId" clId="{C34B712D-12F2-4881-95AF-0FA356DF81D3}" dt="2021-12-01T07:43:25.299" v="53" actId="700"/>
          <ac:spMkLst>
            <pc:docMk/>
            <pc:sldMk cId="1242525838" sldId="258"/>
            <ac:spMk id="2" creationId="{9D3B4345-0A23-4FCB-B428-275956428FDB}"/>
          </ac:spMkLst>
        </pc:spChg>
        <pc:spChg chg="del mod ord">
          <ac:chgData name="Peter Bartoš" userId="c590b6d156e9df95" providerId="LiveId" clId="{C34B712D-12F2-4881-95AF-0FA356DF81D3}" dt="2021-12-01T07:43:25.299" v="53" actId="700"/>
          <ac:spMkLst>
            <pc:docMk/>
            <pc:sldMk cId="1242525838" sldId="258"/>
            <ac:spMk id="3" creationId="{19E007EC-66E7-4B55-9B79-BBDA19398307}"/>
          </ac:spMkLst>
        </pc:spChg>
        <pc:spChg chg="add mod ord">
          <ac:chgData name="Peter Bartoš" userId="c590b6d156e9df95" providerId="LiveId" clId="{C34B712D-12F2-4881-95AF-0FA356DF81D3}" dt="2021-12-01T07:45:51.909" v="187" actId="26606"/>
          <ac:spMkLst>
            <pc:docMk/>
            <pc:sldMk cId="1242525838" sldId="258"/>
            <ac:spMk id="4" creationId="{89097DE6-FBAD-49D2-9937-594B569EA875}"/>
          </ac:spMkLst>
        </pc:spChg>
        <pc:spChg chg="add del mod ord">
          <ac:chgData name="Peter Bartoš" userId="c590b6d156e9df95" providerId="LiveId" clId="{C34B712D-12F2-4881-95AF-0FA356DF81D3}" dt="2021-12-01T07:43:41.067" v="77" actId="478"/>
          <ac:spMkLst>
            <pc:docMk/>
            <pc:sldMk cId="1242525838" sldId="258"/>
            <ac:spMk id="5" creationId="{80C94646-E2B8-4E95-BE40-4DE2CD22E641}"/>
          </ac:spMkLst>
        </pc:spChg>
        <pc:spChg chg="add">
          <ac:chgData name="Peter Bartoš" userId="c590b6d156e9df95" providerId="LiveId" clId="{C34B712D-12F2-4881-95AF-0FA356DF81D3}" dt="2021-12-01T07:45:51.909" v="187" actId="26606"/>
          <ac:spMkLst>
            <pc:docMk/>
            <pc:sldMk cId="1242525838" sldId="258"/>
            <ac:spMk id="10" creationId="{71B2258F-86CA-4D4D-8270-BC05FCDEBFB3}"/>
          </ac:spMkLst>
        </pc:spChg>
        <pc:picChg chg="add">
          <ac:chgData name="Peter Bartoš" userId="c590b6d156e9df95" providerId="LiveId" clId="{C34B712D-12F2-4881-95AF-0FA356DF81D3}" dt="2021-12-01T07:45:51.909" v="187" actId="26606"/>
          <ac:picMkLst>
            <pc:docMk/>
            <pc:sldMk cId="1242525838" sldId="258"/>
            <ac:picMk id="6" creationId="{C1CA3323-0D4E-4E15-A08E-12CF06A7FE8E}"/>
          </ac:picMkLst>
        </pc:picChg>
      </pc:sldChg>
      <pc:sldChg chg="addSp delSp modSp new mod setBg">
        <pc:chgData name="Peter Bartoš" userId="c590b6d156e9df95" providerId="LiveId" clId="{C34B712D-12F2-4881-95AF-0FA356DF81D3}" dt="2021-12-01T11:49:17.309" v="1793" actId="1076"/>
        <pc:sldMkLst>
          <pc:docMk/>
          <pc:sldMk cId="2785915874" sldId="259"/>
        </pc:sldMkLst>
        <pc:spChg chg="mo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2" creationId="{1AC633CF-09F9-4BAF-96B6-487CA8A4E7CA}"/>
          </ac:spMkLst>
        </pc:spChg>
        <pc:spChg chg="del">
          <ac:chgData name="Peter Bartoš" userId="c590b6d156e9df95" providerId="LiveId" clId="{C34B712D-12F2-4881-95AF-0FA356DF81D3}" dt="2021-12-01T11:05:26.319" v="485"/>
          <ac:spMkLst>
            <pc:docMk/>
            <pc:sldMk cId="2785915874" sldId="259"/>
            <ac:spMk id="3" creationId="{F357E93F-8444-4547-8BB8-844700BEB5A0}"/>
          </ac:spMkLst>
        </pc:spChg>
        <pc:spChg chg="add del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9" creationId="{2E442304-DDBD-4F7B-8017-36BCC863FB40}"/>
          </ac:spMkLst>
        </pc:spChg>
        <pc:spChg chg="add mod">
          <ac:chgData name="Peter Bartoš" userId="c590b6d156e9df95" providerId="LiveId" clId="{C34B712D-12F2-4881-95AF-0FA356DF81D3}" dt="2021-12-01T11:49:17.309" v="1793" actId="1076"/>
          <ac:spMkLst>
            <pc:docMk/>
            <pc:sldMk cId="2785915874" sldId="259"/>
            <ac:spMk id="10" creationId="{FF36A027-1C0E-45C6-8481-B2D1BDBCFD0E}"/>
          </ac:spMkLst>
        </pc:spChg>
        <pc:spChg chg="add del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1" creationId="{5E107275-3853-46FD-A241-DE4355A42675}"/>
          </ac:spMkLst>
        </pc:spChg>
        <pc:spChg chg="ad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6" creationId="{35DB3719-6FDC-4E5D-891D-FF40B7300F64}"/>
          </ac:spMkLst>
        </pc:spChg>
        <pc:spChg chg="add">
          <ac:chgData name="Peter Bartoš" userId="c590b6d156e9df95" providerId="LiveId" clId="{C34B712D-12F2-4881-95AF-0FA356DF81D3}" dt="2021-12-01T11:08:42.242" v="498" actId="26606"/>
          <ac:spMkLst>
            <pc:docMk/>
            <pc:sldMk cId="2785915874" sldId="259"/>
            <ac:spMk id="18" creationId="{E0CBAC23-2E3F-4A90-BA59-F8299F6A5439}"/>
          </ac:spMkLst>
        </pc:spChg>
        <pc:graphicFrameChg chg="add mod modGraphic">
          <ac:chgData name="Peter Bartoš" userId="c590b6d156e9df95" providerId="LiveId" clId="{C34B712D-12F2-4881-95AF-0FA356DF81D3}" dt="2021-12-01T11:08:54.211" v="500" actId="14100"/>
          <ac:graphicFrameMkLst>
            <pc:docMk/>
            <pc:sldMk cId="2785915874" sldId="259"/>
            <ac:graphicFrameMk id="4" creationId="{97D85CF8-BEA1-4731-8AAA-A457CAC9B3FC}"/>
          </ac:graphicFrameMkLst>
        </pc:graphicFrameChg>
      </pc:sldChg>
      <pc:sldChg chg="addSp modSp new mod setBg">
        <pc:chgData name="Peter Bartoš" userId="c590b6d156e9df95" providerId="LiveId" clId="{C34B712D-12F2-4881-95AF-0FA356DF81D3}" dt="2021-12-01T11:47:18.502" v="1778" actId="1076"/>
        <pc:sldMkLst>
          <pc:docMk/>
          <pc:sldMk cId="1346741802" sldId="260"/>
        </pc:sldMkLst>
        <pc:spChg chg="mod">
          <ac:chgData name="Peter Bartoš" userId="c590b6d156e9df95" providerId="LiveId" clId="{C34B712D-12F2-4881-95AF-0FA356DF81D3}" dt="2021-12-01T11:47:18.502" v="1778" actId="1076"/>
          <ac:spMkLst>
            <pc:docMk/>
            <pc:sldMk cId="1346741802" sldId="260"/>
            <ac:spMk id="2" creationId="{9E8EB044-4B46-49F6-A1BD-AD5ABC84D641}"/>
          </ac:spMkLst>
        </pc:spChg>
        <pc:spChg chg="mod">
          <ac:chgData name="Peter Bartoš" userId="c590b6d156e9df95" providerId="LiveId" clId="{C34B712D-12F2-4881-95AF-0FA356DF81D3}" dt="2021-12-01T11:42:22.538" v="1705" actId="20577"/>
          <ac:spMkLst>
            <pc:docMk/>
            <pc:sldMk cId="1346741802" sldId="260"/>
            <ac:spMk id="3" creationId="{CAF3610D-DAFE-459A-A291-A492436BD67A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8" creationId="{907EF6B7-1338-4443-8C46-6A318D952DFD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10" creationId="{DAAE4CDD-124C-4DCF-9584-B6033B545DD5}"/>
          </ac:spMkLst>
        </pc:spChg>
        <pc:spChg chg="add">
          <ac:chgData name="Peter Bartoš" userId="c590b6d156e9df95" providerId="LiveId" clId="{C34B712D-12F2-4881-95AF-0FA356DF81D3}" dt="2021-12-01T11:30:46.943" v="965" actId="26606"/>
          <ac:spMkLst>
            <pc:docMk/>
            <pc:sldMk cId="1346741802" sldId="260"/>
            <ac:spMk id="12" creationId="{081E4A58-353D-44AE-B2FC-2A74E2E400F7}"/>
          </ac:spMkLst>
        </pc:spChg>
      </pc:sldChg>
      <pc:sldChg chg="modSp new mod">
        <pc:chgData name="Peter Bartoš" userId="c590b6d156e9df95" providerId="LiveId" clId="{C34B712D-12F2-4881-95AF-0FA356DF81D3}" dt="2021-12-01T14:02:20.751" v="4382" actId="20577"/>
        <pc:sldMkLst>
          <pc:docMk/>
          <pc:sldMk cId="3882917144" sldId="261"/>
        </pc:sldMkLst>
        <pc:spChg chg="mod">
          <ac:chgData name="Peter Bartoš" userId="c590b6d156e9df95" providerId="LiveId" clId="{C34B712D-12F2-4881-95AF-0FA356DF81D3}" dt="2021-12-01T13:57:01.421" v="4366" actId="113"/>
          <ac:spMkLst>
            <pc:docMk/>
            <pc:sldMk cId="3882917144" sldId="261"/>
            <ac:spMk id="2" creationId="{CA072AC4-9AF1-45BA-908E-6474F9B8EEBF}"/>
          </ac:spMkLst>
        </pc:spChg>
        <pc:spChg chg="mod">
          <ac:chgData name="Peter Bartoš" userId="c590b6d156e9df95" providerId="LiveId" clId="{C34B712D-12F2-4881-95AF-0FA356DF81D3}" dt="2021-12-01T14:02:20.751" v="4382" actId="20577"/>
          <ac:spMkLst>
            <pc:docMk/>
            <pc:sldMk cId="3882917144" sldId="261"/>
            <ac:spMk id="3" creationId="{9960FEB5-6469-42AD-91FA-7CE03C95769B}"/>
          </ac:spMkLst>
        </pc:spChg>
      </pc:sldChg>
      <pc:sldChg chg="addSp modSp new mod setBg">
        <pc:chgData name="Peter Bartoš" userId="c590b6d156e9df95" providerId="LiveId" clId="{C34B712D-12F2-4881-95AF-0FA356DF81D3}" dt="2021-12-01T11:47:00.102" v="1774" actId="403"/>
        <pc:sldMkLst>
          <pc:docMk/>
          <pc:sldMk cId="249343438" sldId="262"/>
        </pc:sldMkLst>
        <pc:spChg chg="mod">
          <ac:chgData name="Peter Bartoš" userId="c590b6d156e9df95" providerId="LiveId" clId="{C34B712D-12F2-4881-95AF-0FA356DF81D3}" dt="2021-12-01T11:47:00.102" v="1774" actId="403"/>
          <ac:spMkLst>
            <pc:docMk/>
            <pc:sldMk cId="249343438" sldId="262"/>
            <ac:spMk id="2" creationId="{7239A8AD-2230-4616-B1BC-36D4164939AA}"/>
          </ac:spMkLst>
        </pc:spChg>
        <pc:spChg chg="mod">
          <ac:chgData name="Peter Bartoš" userId="c590b6d156e9df95" providerId="LiveId" clId="{C34B712D-12F2-4881-95AF-0FA356DF81D3}" dt="2021-12-01T11:42:03.324" v="1703" actId="404"/>
          <ac:spMkLst>
            <pc:docMk/>
            <pc:sldMk cId="249343438" sldId="262"/>
            <ac:spMk id="3" creationId="{F0A02EFA-093A-44CC-9819-B2BF232D6D11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8" creationId="{907EF6B7-1338-4443-8C46-6A318D952DFD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10" creationId="{DAAE4CDD-124C-4DCF-9584-B6033B545DD5}"/>
          </ac:spMkLst>
        </pc:spChg>
        <pc:spChg chg="add">
          <ac:chgData name="Peter Bartoš" userId="c590b6d156e9df95" providerId="LiveId" clId="{C34B712D-12F2-4881-95AF-0FA356DF81D3}" dt="2021-12-01T11:41:34.681" v="1696" actId="26606"/>
          <ac:spMkLst>
            <pc:docMk/>
            <pc:sldMk cId="249343438" sldId="262"/>
            <ac:spMk id="12" creationId="{081E4A58-353D-44AE-B2FC-2A74E2E400F7}"/>
          </ac:spMkLst>
        </pc:spChg>
      </pc:sldChg>
      <pc:sldChg chg="addSp delSp modSp new mod setBg">
        <pc:chgData name="Peter Bartoš" userId="c590b6d156e9df95" providerId="LiveId" clId="{C34B712D-12F2-4881-95AF-0FA356DF81D3}" dt="2021-12-01T11:49:28.189" v="1795" actId="14100"/>
        <pc:sldMkLst>
          <pc:docMk/>
          <pc:sldMk cId="467638723" sldId="263"/>
        </pc:sldMkLst>
        <pc:spChg chg="mod">
          <ac:chgData name="Peter Bartoš" userId="c590b6d156e9df95" providerId="LiveId" clId="{C34B712D-12F2-4881-95AF-0FA356DF81D3}" dt="2021-12-01T11:46:55.526" v="1771" actId="113"/>
          <ac:spMkLst>
            <pc:docMk/>
            <pc:sldMk cId="467638723" sldId="263"/>
            <ac:spMk id="2" creationId="{91F2EB4A-D4C2-4A13-9621-64A6E19E3C6C}"/>
          </ac:spMkLst>
        </pc:spChg>
        <pc:spChg chg="del mod">
          <ac:chgData name="Peter Bartoš" userId="c590b6d156e9df95" providerId="LiveId" clId="{C34B712D-12F2-4881-95AF-0FA356DF81D3}" dt="2021-12-01T11:45:03.969" v="1759"/>
          <ac:spMkLst>
            <pc:docMk/>
            <pc:sldMk cId="467638723" sldId="263"/>
            <ac:spMk id="3" creationId="{30827009-B171-489D-8975-1232AC5F3108}"/>
          </ac:spMkLst>
        </pc:spChg>
        <pc:spChg chg="add mod">
          <ac:chgData name="Peter Bartoš" userId="c590b6d156e9df95" providerId="LiveId" clId="{C34B712D-12F2-4881-95AF-0FA356DF81D3}" dt="2021-12-01T11:49:28.189" v="1795" actId="14100"/>
          <ac:spMkLst>
            <pc:docMk/>
            <pc:sldMk cId="467638723" sldId="263"/>
            <ac:spMk id="8" creationId="{4D774C6E-6B8B-4C33-AC58-42906EE2F179}"/>
          </ac:spMkLst>
        </pc:spChg>
        <pc:spChg chg="add del mod">
          <ac:chgData name="Peter Bartoš" userId="c590b6d156e9df95" providerId="LiveId" clId="{C34B712D-12F2-4881-95AF-0FA356DF81D3}" dt="2021-12-01T11:45:54.160" v="1765"/>
          <ac:spMkLst>
            <pc:docMk/>
            <pc:sldMk cId="467638723" sldId="263"/>
            <ac:spMk id="9" creationId="{D0EDFD44-5FA6-48D4-AD3A-CCE87D5167B3}"/>
          </ac:spMkLst>
        </pc:spChg>
        <pc:spChg chg="add del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2" creationId="{2B97F24A-32CE-4C1C-A50D-3016B394DCFB}"/>
          </ac:spMkLst>
        </pc:spChg>
        <pc:spChg chg="add del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4" creationId="{CD8B4F24-440B-49E9-B85D-733523DC064B}"/>
          </ac:spMkLst>
        </pc:spChg>
        <pc:spChg chg="add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19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1:45:52.588" v="1764" actId="26606"/>
          <ac:spMkLst>
            <pc:docMk/>
            <pc:sldMk cId="467638723" sldId="263"/>
            <ac:spMk id="21" creationId="{DB17E863-922E-4C26-BD64-E8FD41D28661}"/>
          </ac:spMkLst>
        </pc:spChg>
        <pc:picChg chg="add del mod">
          <ac:chgData name="Peter Bartoš" userId="c590b6d156e9df95" providerId="LiveId" clId="{C34B712D-12F2-4881-95AF-0FA356DF81D3}" dt="2021-12-01T11:45:49.773" v="1763" actId="478"/>
          <ac:picMkLst>
            <pc:docMk/>
            <pc:sldMk cId="467638723" sldId="263"/>
            <ac:picMk id="5" creationId="{06418E58-43B2-4682-A186-60428CD8F95D}"/>
          </ac:picMkLst>
        </pc:picChg>
        <pc:picChg chg="add mod">
          <ac:chgData name="Peter Bartoš" userId="c590b6d156e9df95" providerId="LiveId" clId="{C34B712D-12F2-4881-95AF-0FA356DF81D3}" dt="2021-12-01T11:46:02.750" v="1770" actId="14100"/>
          <ac:picMkLst>
            <pc:docMk/>
            <pc:sldMk cId="467638723" sldId="263"/>
            <ac:picMk id="7" creationId="{D1AE44AD-A2B5-449D-8ADB-8A99BF2C074F}"/>
          </ac:picMkLst>
        </pc:picChg>
      </pc:sldChg>
      <pc:sldChg chg="addSp modSp new mod setBg">
        <pc:chgData name="Peter Bartoš" userId="c590b6d156e9df95" providerId="LiveId" clId="{C34B712D-12F2-4881-95AF-0FA356DF81D3}" dt="2021-12-01T13:56:53.356" v="4365" actId="113"/>
        <pc:sldMkLst>
          <pc:docMk/>
          <pc:sldMk cId="3635478413" sldId="264"/>
        </pc:sldMkLst>
        <pc:spChg chg="mod">
          <ac:chgData name="Peter Bartoš" userId="c590b6d156e9df95" providerId="LiveId" clId="{C34B712D-12F2-4881-95AF-0FA356DF81D3}" dt="2021-12-01T13:56:53.356" v="4365" actId="113"/>
          <ac:spMkLst>
            <pc:docMk/>
            <pc:sldMk cId="3635478413" sldId="264"/>
            <ac:spMk id="2" creationId="{B91180C2-5B0E-4A00-9DDC-95E5210300BE}"/>
          </ac:spMkLst>
        </pc:spChg>
        <pc:spChg chg="mod">
          <ac:chgData name="Peter Bartoš" userId="c590b6d156e9df95" providerId="LiveId" clId="{C34B712D-12F2-4881-95AF-0FA356DF81D3}" dt="2021-12-01T13:56:44.819" v="4364" actId="14100"/>
          <ac:spMkLst>
            <pc:docMk/>
            <pc:sldMk cId="3635478413" sldId="264"/>
            <ac:spMk id="3" creationId="{CC3A52C1-4B8D-404A-BD47-9AA2CFA45820}"/>
          </ac:spMkLst>
        </pc:spChg>
        <pc:spChg chg="add">
          <ac:chgData name="Peter Bartoš" userId="c590b6d156e9df95" providerId="LiveId" clId="{C34B712D-12F2-4881-95AF-0FA356DF81D3}" dt="2021-12-01T13:43:17.976" v="4279" actId="26606"/>
          <ac:spMkLst>
            <pc:docMk/>
            <pc:sldMk cId="3635478413" sldId="264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43:17.976" v="4279" actId="26606"/>
          <ac:spMkLst>
            <pc:docMk/>
            <pc:sldMk cId="3635478413" sldId="264"/>
            <ac:spMk id="10" creationId="{DB17E863-922E-4C26-BD64-E8FD41D28661}"/>
          </ac:spMkLst>
        </pc:spChg>
      </pc:sldChg>
      <pc:sldChg chg="addSp modSp new mod setBg">
        <pc:chgData name="Peter Bartoš" userId="c590b6d156e9df95" providerId="LiveId" clId="{C34B712D-12F2-4881-95AF-0FA356DF81D3}" dt="2021-12-01T12:53:09.747" v="2020" actId="403"/>
        <pc:sldMkLst>
          <pc:docMk/>
          <pc:sldMk cId="3772375512" sldId="265"/>
        </pc:sldMkLst>
        <pc:spChg chg="mo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2" creationId="{BC442D74-BDF3-40EB-8258-9F44338D75B5}"/>
          </ac:spMkLst>
        </pc:spChg>
        <pc:spChg chg="mod">
          <ac:chgData name="Peter Bartoš" userId="c590b6d156e9df95" providerId="LiveId" clId="{C34B712D-12F2-4881-95AF-0FA356DF81D3}" dt="2021-12-01T12:53:09.747" v="2020" actId="403"/>
          <ac:spMkLst>
            <pc:docMk/>
            <pc:sldMk cId="3772375512" sldId="265"/>
            <ac:spMk id="3" creationId="{B67FEEE4-9FE0-4945-A9BC-A78960B51145}"/>
          </ac:spMkLst>
        </pc:spChg>
        <pc:spChg chg="ad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9" creationId="{F13C74B1-5B17-4795-BED0-7140497B445A}"/>
          </ac:spMkLst>
        </pc:spChg>
        <pc:spChg chg="add">
          <ac:chgData name="Peter Bartoš" userId="c590b6d156e9df95" providerId="LiveId" clId="{C34B712D-12F2-4881-95AF-0FA356DF81D3}" dt="2021-12-01T12:52:36.358" v="2013" actId="26606"/>
          <ac:spMkLst>
            <pc:docMk/>
            <pc:sldMk cId="3772375512" sldId="265"/>
            <ac:spMk id="11" creationId="{D4974D33-8DC5-464E-8C6D-BE58F0669C17}"/>
          </ac:spMkLst>
        </pc:spChg>
        <pc:picChg chg="add">
          <ac:chgData name="Peter Bartoš" userId="c590b6d156e9df95" providerId="LiveId" clId="{C34B712D-12F2-4881-95AF-0FA356DF81D3}" dt="2021-12-01T12:52:36.358" v="2013" actId="26606"/>
          <ac:picMkLst>
            <pc:docMk/>
            <pc:sldMk cId="3772375512" sldId="265"/>
            <ac:picMk id="5" creationId="{D6BD6CC6-BF5E-474C-B5C8-1D5DC2A71F7A}"/>
          </ac:picMkLst>
        </pc:picChg>
      </pc:sldChg>
      <pc:sldChg chg="addSp modSp new mod setBg">
        <pc:chgData name="Peter Bartoš" userId="c590b6d156e9df95" providerId="LiveId" clId="{C34B712D-12F2-4881-95AF-0FA356DF81D3}" dt="2021-12-01T13:18:32.930" v="3159" actId="403"/>
        <pc:sldMkLst>
          <pc:docMk/>
          <pc:sldMk cId="2948015553" sldId="266"/>
        </pc:sldMkLst>
        <pc:spChg chg="mo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2" creationId="{C340335E-95DA-4835-82FB-EA55607D3DD4}"/>
          </ac:spMkLst>
        </pc:spChg>
        <pc:spChg chg="mod">
          <ac:chgData name="Peter Bartoš" userId="c590b6d156e9df95" providerId="LiveId" clId="{C34B712D-12F2-4881-95AF-0FA356DF81D3}" dt="2021-12-01T13:18:32.930" v="3159" actId="403"/>
          <ac:spMkLst>
            <pc:docMk/>
            <pc:sldMk cId="2948015553" sldId="266"/>
            <ac:spMk id="3" creationId="{E983D39D-D9B4-4679-AF04-218B9A0E7F83}"/>
          </ac:spMkLst>
        </pc:spChg>
        <pc:spChg chg="ad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17:54.874" v="3155" actId="26606"/>
          <ac:spMkLst>
            <pc:docMk/>
            <pc:sldMk cId="2948015553" sldId="266"/>
            <ac:spMk id="10" creationId="{DB17E863-922E-4C26-BD64-E8FD41D28661}"/>
          </ac:spMkLst>
        </pc:spChg>
      </pc:sldChg>
      <pc:sldChg chg="addSp delSp modSp new mod setBg">
        <pc:chgData name="Peter Bartoš" userId="c590b6d156e9df95" providerId="LiveId" clId="{C34B712D-12F2-4881-95AF-0FA356DF81D3}" dt="2021-12-01T13:26:31.303" v="3277" actId="20577"/>
        <pc:sldMkLst>
          <pc:docMk/>
          <pc:sldMk cId="4220279919" sldId="267"/>
        </pc:sldMkLst>
        <pc:spChg chg="del">
          <ac:chgData name="Peter Bartoš" userId="c590b6d156e9df95" providerId="LiveId" clId="{C34B712D-12F2-4881-95AF-0FA356DF81D3}" dt="2021-12-01T13:10:30.958" v="2642"/>
          <ac:spMkLst>
            <pc:docMk/>
            <pc:sldMk cId="4220279919" sldId="267"/>
            <ac:spMk id="2" creationId="{1A5E92B9-A484-4597-9425-7CD74CA772A7}"/>
          </ac:spMkLst>
        </pc:spChg>
        <pc:spChg chg="mod ord">
          <ac:chgData name="Peter Bartoš" userId="c590b6d156e9df95" providerId="LiveId" clId="{C34B712D-12F2-4881-95AF-0FA356DF81D3}" dt="2021-12-01T13:26:31.303" v="3277" actId="20577"/>
          <ac:spMkLst>
            <pc:docMk/>
            <pc:sldMk cId="4220279919" sldId="267"/>
            <ac:spMk id="3" creationId="{45E266DD-1C53-41B1-A1AA-D4F56862EF4C}"/>
          </ac:spMkLst>
        </pc:spChg>
        <pc:spChg chg="add mo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4" creationId="{9BC05708-F385-43C2-82F6-8AC7484D5B4D}"/>
          </ac:spMkLst>
        </pc:spChg>
        <pc:spChg chg="add del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0" creationId="{04812C46-200A-4DEB-A05E-3ED6C68C2387}"/>
          </ac:spMkLst>
        </pc:spChg>
        <pc:spChg chg="add del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2" creationId="{D1EA859B-E555-4109-94F3-6700E046E008}"/>
          </ac:spMkLst>
        </pc:spChg>
        <pc:spChg chg="ad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7" creationId="{2C61293E-6EBE-43EF-A52C-9BEBFD7679D4}"/>
          </ac:spMkLst>
        </pc:spChg>
        <pc:spChg chg="add">
          <ac:chgData name="Peter Bartoš" userId="c590b6d156e9df95" providerId="LiveId" clId="{C34B712D-12F2-4881-95AF-0FA356DF81D3}" dt="2021-12-01T13:25:53.784" v="3257" actId="26606"/>
          <ac:spMkLst>
            <pc:docMk/>
            <pc:sldMk cId="4220279919" sldId="267"/>
            <ac:spMk id="19" creationId="{21540236-BFD5-4A9D-8840-4703E7F76825}"/>
          </ac:spMkLst>
        </pc:spChg>
        <pc:picChg chg="add mod ord">
          <ac:chgData name="Peter Bartoš" userId="c590b6d156e9df95" providerId="LiveId" clId="{C34B712D-12F2-4881-95AF-0FA356DF81D3}" dt="2021-12-01T13:25:53.784" v="3257" actId="26606"/>
          <ac:picMkLst>
            <pc:docMk/>
            <pc:sldMk cId="4220279919" sldId="267"/>
            <ac:picMk id="6" creationId="{12EC9DC5-C442-4371-9410-DDE7F7CB560C}"/>
          </ac:picMkLst>
        </pc:picChg>
      </pc:sldChg>
      <pc:sldChg chg="addSp modSp new mod setBg">
        <pc:chgData name="Peter Bartoš" userId="c590b6d156e9df95" providerId="LiveId" clId="{C34B712D-12F2-4881-95AF-0FA356DF81D3}" dt="2021-12-01T13:32:06.189" v="3683" actId="404"/>
        <pc:sldMkLst>
          <pc:docMk/>
          <pc:sldMk cId="837675521" sldId="268"/>
        </pc:sldMkLst>
        <pc:spChg chg="mo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2" creationId="{A8436050-614B-47D9-893B-5EC1F86ABF93}"/>
          </ac:spMkLst>
        </pc:spChg>
        <pc:spChg chg="mod">
          <ac:chgData name="Peter Bartoš" userId="c590b6d156e9df95" providerId="LiveId" clId="{C34B712D-12F2-4881-95AF-0FA356DF81D3}" dt="2021-12-01T13:32:06.189" v="3683" actId="404"/>
          <ac:spMkLst>
            <pc:docMk/>
            <pc:sldMk cId="837675521" sldId="268"/>
            <ac:spMk id="3" creationId="{6A7B6A2E-A60D-41AC-B842-0416A592C0A3}"/>
          </ac:spMkLst>
        </pc:spChg>
        <pc:spChg chg="ad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9" creationId="{2C61293E-6EBE-43EF-A52C-9BEBFD7679D4}"/>
          </ac:spMkLst>
        </pc:spChg>
        <pc:spChg chg="add">
          <ac:chgData name="Peter Bartoš" userId="c590b6d156e9df95" providerId="LiveId" clId="{C34B712D-12F2-4881-95AF-0FA356DF81D3}" dt="2021-12-01T13:31:47.738" v="3673" actId="26606"/>
          <ac:spMkLst>
            <pc:docMk/>
            <pc:sldMk cId="837675521" sldId="268"/>
            <ac:spMk id="11" creationId="{21540236-BFD5-4A9D-8840-4703E7F76825}"/>
          </ac:spMkLst>
        </pc:spChg>
        <pc:picChg chg="add">
          <ac:chgData name="Peter Bartoš" userId="c590b6d156e9df95" providerId="LiveId" clId="{C34B712D-12F2-4881-95AF-0FA356DF81D3}" dt="2021-12-01T13:31:47.738" v="3673" actId="26606"/>
          <ac:picMkLst>
            <pc:docMk/>
            <pc:sldMk cId="837675521" sldId="268"/>
            <ac:picMk id="5" creationId="{57A5D6F4-1B6F-4423-BAAD-519F7648E3E9}"/>
          </ac:picMkLst>
        </pc:picChg>
      </pc:sldChg>
      <pc:sldChg chg="addSp modSp new mod setBg">
        <pc:chgData name="Peter Bartoš" userId="c590b6d156e9df95" providerId="LiveId" clId="{C34B712D-12F2-4881-95AF-0FA356DF81D3}" dt="2021-12-01T13:43:10.584" v="4278" actId="12"/>
        <pc:sldMkLst>
          <pc:docMk/>
          <pc:sldMk cId="3383076510" sldId="269"/>
        </pc:sldMkLst>
        <pc:spChg chg="mo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2" creationId="{31ABE894-DB50-48C3-8CE9-3DBCBC85B673}"/>
          </ac:spMkLst>
        </pc:spChg>
        <pc:spChg chg="mod">
          <ac:chgData name="Peter Bartoš" userId="c590b6d156e9df95" providerId="LiveId" clId="{C34B712D-12F2-4881-95AF-0FA356DF81D3}" dt="2021-12-01T13:43:10.584" v="4278" actId="12"/>
          <ac:spMkLst>
            <pc:docMk/>
            <pc:sldMk cId="3383076510" sldId="269"/>
            <ac:spMk id="3" creationId="{ED491C64-C7A7-4D67-B2F0-E93790339F2D}"/>
          </ac:spMkLst>
        </pc:spChg>
        <pc:spChg chg="ad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8" creationId="{100EDD19-6802-4EC3-95CE-CFFAB042CFD6}"/>
          </ac:spMkLst>
        </pc:spChg>
        <pc:spChg chg="add">
          <ac:chgData name="Peter Bartoš" userId="c590b6d156e9df95" providerId="LiveId" clId="{C34B712D-12F2-4881-95AF-0FA356DF81D3}" dt="2021-12-01T13:42:14.048" v="4265" actId="26606"/>
          <ac:spMkLst>
            <pc:docMk/>
            <pc:sldMk cId="3383076510" sldId="269"/>
            <ac:spMk id="10" creationId="{DB17E863-922E-4C26-BD64-E8FD41D28661}"/>
          </ac:spMkLst>
        </pc:spChg>
      </pc:sldChg>
      <pc:sldChg chg="new del">
        <pc:chgData name="Peter Bartoš" userId="c590b6d156e9df95" providerId="LiveId" clId="{C34B712D-12F2-4881-95AF-0FA356DF81D3}" dt="2021-12-01T14:08:07.447" v="4487" actId="47"/>
        <pc:sldMkLst>
          <pc:docMk/>
          <pc:sldMk cId="348822216" sldId="270"/>
        </pc:sldMkLst>
      </pc:sldChg>
      <pc:sldChg chg="addSp delSp modSp new mod setBg">
        <pc:chgData name="Peter Bartoš" userId="c590b6d156e9df95" providerId="LiveId" clId="{C34B712D-12F2-4881-95AF-0FA356DF81D3}" dt="2021-12-01T14:13:14.642" v="4973" actId="20577"/>
        <pc:sldMkLst>
          <pc:docMk/>
          <pc:sldMk cId="2648549143" sldId="270"/>
        </pc:sldMkLst>
        <pc:spChg chg="mod">
          <ac:chgData name="Peter Bartoš" userId="c590b6d156e9df95" providerId="LiveId" clId="{C34B712D-12F2-4881-95AF-0FA356DF81D3}" dt="2021-12-01T14:11:38.380" v="4944" actId="403"/>
          <ac:spMkLst>
            <pc:docMk/>
            <pc:sldMk cId="2648549143" sldId="270"/>
            <ac:spMk id="2" creationId="{B285C1C8-A7BC-4978-B028-831C57C621F7}"/>
          </ac:spMkLst>
        </pc:spChg>
        <pc:spChg chg="del mod">
          <ac:chgData name="Peter Bartoš" userId="c590b6d156e9df95" providerId="LiveId" clId="{C34B712D-12F2-4881-95AF-0FA356DF81D3}" dt="2021-12-01T14:11:28.015" v="4937" actId="26606"/>
          <ac:spMkLst>
            <pc:docMk/>
            <pc:sldMk cId="2648549143" sldId="270"/>
            <ac:spMk id="3" creationId="{9D9C7B9C-360E-4834-A59E-257664614CF3}"/>
          </ac:spMkLst>
        </pc:spChg>
        <pc:spChg chg="add">
          <ac:chgData name="Peter Bartoš" userId="c590b6d156e9df95" providerId="LiveId" clId="{C34B712D-12F2-4881-95AF-0FA356DF81D3}" dt="2021-12-01T14:11:28.015" v="4937" actId="26606"/>
          <ac:spMkLst>
            <pc:docMk/>
            <pc:sldMk cId="2648549143" sldId="270"/>
            <ac:spMk id="9" creationId="{ADF2AA3E-C714-4E8D-9F46-9E6FFF7FBA36}"/>
          </ac:spMkLst>
        </pc:spChg>
        <pc:graphicFrameChg chg="add mod modGraphic">
          <ac:chgData name="Peter Bartoš" userId="c590b6d156e9df95" providerId="LiveId" clId="{C34B712D-12F2-4881-95AF-0FA356DF81D3}" dt="2021-12-01T14:13:14.642" v="4973" actId="20577"/>
          <ac:graphicFrameMkLst>
            <pc:docMk/>
            <pc:sldMk cId="2648549143" sldId="270"/>
            <ac:graphicFrameMk id="5" creationId="{20E139A8-24F1-48EE-98E1-D69C6F61B5E6}"/>
          </ac:graphicFrameMkLst>
        </pc:graphicFrameChg>
      </pc:sldChg>
      <pc:sldChg chg="new del">
        <pc:chgData name="Peter Bartoš" userId="c590b6d156e9df95" providerId="LiveId" clId="{C34B712D-12F2-4881-95AF-0FA356DF81D3}" dt="2021-12-01T13:32:19.244" v="3686" actId="47"/>
        <pc:sldMkLst>
          <pc:docMk/>
          <pc:sldMk cId="3290451392" sldId="270"/>
        </pc:sldMkLst>
      </pc:sldChg>
    </pc:docChg>
  </pc:docChgLst>
  <pc:docChgLst>
    <pc:chgData name="Peter" userId="c590b6d156e9df95" providerId="LiveId" clId="{EF371D28-66FB-42DB-A5A9-4BBBC941EC16}"/>
    <pc:docChg chg="delSld">
      <pc:chgData name="Peter" userId="c590b6d156e9df95" providerId="LiveId" clId="{EF371D28-66FB-42DB-A5A9-4BBBC941EC16}" dt="2021-12-03T11:03:00.023" v="0" actId="2696"/>
      <pc:docMkLst>
        <pc:docMk/>
      </pc:docMkLst>
      <pc:sldChg chg="del">
        <pc:chgData name="Peter" userId="c590b6d156e9df95" providerId="LiveId" clId="{EF371D28-66FB-42DB-A5A9-4BBBC941EC16}" dt="2021-12-03T11:03:00.023" v="0" actId="2696"/>
        <pc:sldMkLst>
          <pc:docMk/>
          <pc:sldMk cId="3882917144" sldId="26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0BF09E-A36E-4FA1-AF48-3D1639BDEE67}" type="doc">
      <dgm:prSet loTypeId="urn:microsoft.com/office/officeart/2016/7/layout/Basic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99C4729-1E9B-429D-B7DC-6EA40A0E59E1}">
      <dgm:prSet custT="1"/>
      <dgm:spPr/>
      <dgm:t>
        <a:bodyPr/>
        <a:lstStyle/>
        <a:p>
          <a:pPr>
            <a:buNone/>
          </a:pPr>
          <a:r>
            <a:rPr lang="en-GB" sz="4400" b="1" dirty="0" err="1"/>
            <a:t>Prvá</a:t>
          </a:r>
          <a:r>
            <a:rPr lang="en-GB" sz="4400" b="1" dirty="0"/>
            <a:t> </a:t>
          </a:r>
          <a:r>
            <a:rPr lang="en-GB" sz="4400" b="1" dirty="0" err="1"/>
            <a:t>časť</a:t>
          </a:r>
          <a:endParaRPr lang="en-US" sz="4400" b="1" dirty="0"/>
        </a:p>
      </dgm:t>
    </dgm:pt>
    <dgm:pt modelId="{45A88044-BBCA-4FB3-9B93-FDFF5090DADA}" type="parTrans" cxnId="{A8ACEBB7-8392-496C-8C4F-0E844A46E4A7}">
      <dgm:prSet/>
      <dgm:spPr/>
      <dgm:t>
        <a:bodyPr/>
        <a:lstStyle/>
        <a:p>
          <a:endParaRPr lang="en-US"/>
        </a:p>
      </dgm:t>
    </dgm:pt>
    <dgm:pt modelId="{E9F06FF6-164C-4A78-BD3A-E40F4037DBEF}" type="sibTrans" cxnId="{A8ACEBB7-8392-496C-8C4F-0E844A46E4A7}">
      <dgm:prSet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endParaRPr lang="en-US"/>
        </a:p>
      </dgm:t>
    </dgm:pt>
    <dgm:pt modelId="{0B5D0EBB-A03C-4A5D-A711-7FB4F3ED52E9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pojem</a:t>
          </a:r>
          <a:r>
            <a:rPr lang="en-GB" sz="3100" dirty="0"/>
            <a:t> </a:t>
          </a:r>
          <a:r>
            <a:rPr lang="en-GB" sz="3100" dirty="0" err="1"/>
            <a:t>autonómne</a:t>
          </a:r>
          <a:r>
            <a:rPr lang="en-GB" sz="3100" dirty="0"/>
            <a:t> auto</a:t>
          </a:r>
          <a:endParaRPr lang="en-US" sz="3100" dirty="0"/>
        </a:p>
      </dgm:t>
    </dgm:pt>
    <dgm:pt modelId="{1919040E-15F2-400F-BCEA-1B96D88BA1C3}" type="parTrans" cxnId="{69234ED7-0261-4067-9F7D-2360877FC7C0}">
      <dgm:prSet/>
      <dgm:spPr/>
      <dgm:t>
        <a:bodyPr/>
        <a:lstStyle/>
        <a:p>
          <a:endParaRPr lang="en-US"/>
        </a:p>
      </dgm:t>
    </dgm:pt>
    <dgm:pt modelId="{7AD6F294-FF0A-433F-870B-9A5B4CD8DD93}" type="sibTrans" cxnId="{69234ED7-0261-4067-9F7D-2360877FC7C0}">
      <dgm:prSet/>
      <dgm:spPr/>
      <dgm:t>
        <a:bodyPr/>
        <a:lstStyle/>
        <a:p>
          <a:endParaRPr lang="en-US"/>
        </a:p>
      </dgm:t>
    </dgm:pt>
    <dgm:pt modelId="{00A87ACF-03F3-4016-B76E-E12357507705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úrovne</a:t>
          </a:r>
          <a:r>
            <a:rPr lang="en-GB" sz="3100" dirty="0"/>
            <a:t> </a:t>
          </a:r>
          <a:r>
            <a:rPr lang="en-GB" sz="3100" dirty="0" err="1"/>
            <a:t>automatizácie</a:t>
          </a:r>
          <a:endParaRPr lang="en-US" sz="3100" dirty="0"/>
        </a:p>
      </dgm:t>
    </dgm:pt>
    <dgm:pt modelId="{A9DA0400-8BEA-4B11-B8A8-0810BF93BF24}" type="parTrans" cxnId="{BA0639B1-C7CC-4AA9-8ECF-62CBC53E9B7E}">
      <dgm:prSet/>
      <dgm:spPr/>
      <dgm:t>
        <a:bodyPr/>
        <a:lstStyle/>
        <a:p>
          <a:endParaRPr lang="en-US"/>
        </a:p>
      </dgm:t>
    </dgm:pt>
    <dgm:pt modelId="{4A3D4218-E569-4858-BE98-805C28FDDDEF}" type="sibTrans" cxnId="{BA0639B1-C7CC-4AA9-8ECF-62CBC53E9B7E}">
      <dgm:prSet/>
      <dgm:spPr/>
      <dgm:t>
        <a:bodyPr/>
        <a:lstStyle/>
        <a:p>
          <a:endParaRPr lang="en-US"/>
        </a:p>
      </dgm:t>
    </dgm:pt>
    <dgm:pt modelId="{818D8936-2BA7-410D-AA3A-3DE789E81A20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/>
            <a:t>ADAS</a:t>
          </a:r>
          <a:endParaRPr lang="en-US" sz="3100" dirty="0"/>
        </a:p>
      </dgm:t>
    </dgm:pt>
    <dgm:pt modelId="{4E30D853-1EBB-4F15-AF0A-387A340A1B67}" type="parTrans" cxnId="{3A9B69A4-1BCF-4A42-B7A7-A95808F3EFB2}">
      <dgm:prSet/>
      <dgm:spPr/>
      <dgm:t>
        <a:bodyPr/>
        <a:lstStyle/>
        <a:p>
          <a:endParaRPr lang="en-US"/>
        </a:p>
      </dgm:t>
    </dgm:pt>
    <dgm:pt modelId="{3482ED26-2DED-46A6-A934-824A87BBD557}" type="sibTrans" cxnId="{3A9B69A4-1BCF-4A42-B7A7-A95808F3EFB2}">
      <dgm:prSet/>
      <dgm:spPr/>
      <dgm:t>
        <a:bodyPr/>
        <a:lstStyle/>
        <a:p>
          <a:endParaRPr lang="en-US"/>
        </a:p>
      </dgm:t>
    </dgm:pt>
    <dgm:pt modelId="{E6720B72-4C92-4FAF-8992-8F2481600762}">
      <dgm:prSet custT="1"/>
      <dgm:spPr/>
      <dgm:t>
        <a:bodyPr/>
        <a:lstStyle/>
        <a:p>
          <a:pPr>
            <a:buNone/>
          </a:pPr>
          <a:r>
            <a:rPr lang="en-GB" sz="4400" b="1" dirty="0" err="1"/>
            <a:t>Druhá</a:t>
          </a:r>
          <a:r>
            <a:rPr lang="en-GB" sz="4400" b="1" dirty="0"/>
            <a:t> </a:t>
          </a:r>
          <a:r>
            <a:rPr lang="en-GB" sz="4400" b="1" dirty="0" err="1"/>
            <a:t>časť</a:t>
          </a:r>
          <a:endParaRPr lang="en-US" sz="4400" b="1" dirty="0"/>
        </a:p>
      </dgm:t>
    </dgm:pt>
    <dgm:pt modelId="{C7E96F7D-D012-4E0C-93AB-F9E00B437113}" type="parTrans" cxnId="{E0583002-D3B4-48DD-966B-1D1CDC59C2A9}">
      <dgm:prSet/>
      <dgm:spPr/>
      <dgm:t>
        <a:bodyPr/>
        <a:lstStyle/>
        <a:p>
          <a:endParaRPr lang="en-US"/>
        </a:p>
      </dgm:t>
    </dgm:pt>
    <dgm:pt modelId="{1E90303B-2A37-4BB9-8D81-A828C03C49D9}" type="sibTrans" cxnId="{E0583002-D3B4-48DD-966B-1D1CDC59C2A9}">
      <dgm:prSet/>
      <dgm:spPr/>
      <dgm:t>
        <a:bodyPr/>
        <a:lstStyle/>
        <a:p>
          <a:endParaRPr lang="en-US"/>
        </a:p>
      </dgm:t>
    </dgm:pt>
    <dgm:pt modelId="{A81CA452-828B-4EE8-AD68-1C44BD150E9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ako</a:t>
          </a:r>
          <a:r>
            <a:rPr lang="en-GB" sz="3100" dirty="0"/>
            <a:t> </a:t>
          </a:r>
          <a:r>
            <a:rPr lang="en-GB" sz="3100" dirty="0" err="1"/>
            <a:t>operuje</a:t>
          </a:r>
          <a:r>
            <a:rPr lang="en-GB" sz="3100" dirty="0"/>
            <a:t> </a:t>
          </a:r>
          <a:r>
            <a:rPr lang="en-GB" sz="3100" dirty="0" err="1"/>
            <a:t>autonómne</a:t>
          </a:r>
          <a:r>
            <a:rPr lang="en-GB" sz="3100" dirty="0"/>
            <a:t> auto</a:t>
          </a:r>
          <a:endParaRPr lang="en-US" sz="3100" dirty="0"/>
        </a:p>
      </dgm:t>
    </dgm:pt>
    <dgm:pt modelId="{98C04798-9173-4625-BE54-C87F4593C6B2}" type="parTrans" cxnId="{2C1DAAB6-2358-4F95-B4BD-542FF8E25D4C}">
      <dgm:prSet/>
      <dgm:spPr/>
      <dgm:t>
        <a:bodyPr/>
        <a:lstStyle/>
        <a:p>
          <a:endParaRPr lang="en-US"/>
        </a:p>
      </dgm:t>
    </dgm:pt>
    <dgm:pt modelId="{D8CCDFAB-D6DB-4AC1-AB2C-90733E411DAD}" type="sibTrans" cxnId="{2C1DAAB6-2358-4F95-B4BD-542FF8E25D4C}">
      <dgm:prSet/>
      <dgm:spPr/>
      <dgm:t>
        <a:bodyPr/>
        <a:lstStyle/>
        <a:p>
          <a:endParaRPr lang="en-US"/>
        </a:p>
      </dgm:t>
    </dgm:pt>
    <dgm:pt modelId="{304C14A6-1E55-43D8-B0E4-B2BD3812F2BB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GB" sz="3100" dirty="0" err="1"/>
            <a:t>vizualizácia</a:t>
          </a:r>
          <a:r>
            <a:rPr lang="en-GB" sz="3100" dirty="0"/>
            <a:t>, </a:t>
          </a:r>
          <a:r>
            <a:rPr lang="en-GB" sz="3100" dirty="0" err="1"/>
            <a:t>lokalizácia</a:t>
          </a:r>
          <a:r>
            <a:rPr lang="en-GB" sz="3100" dirty="0"/>
            <a:t>, </a:t>
          </a:r>
          <a:r>
            <a:rPr lang="en-GB" sz="3100" dirty="0" err="1"/>
            <a:t>plánovanie</a:t>
          </a:r>
          <a:r>
            <a:rPr lang="en-GB" sz="3100" dirty="0"/>
            <a:t>, </a:t>
          </a:r>
          <a:r>
            <a:rPr lang="en-GB" sz="3100" dirty="0" err="1"/>
            <a:t>ovládanie</a:t>
          </a:r>
          <a:endParaRPr lang="en-US" sz="3100" dirty="0"/>
        </a:p>
      </dgm:t>
    </dgm:pt>
    <dgm:pt modelId="{A1A2A7FB-CAFC-4970-A5B2-5EE0AA3AD00E}" type="parTrans" cxnId="{CE9767AD-267F-4D8E-8E3C-4C424CEFE866}">
      <dgm:prSet/>
      <dgm:spPr/>
      <dgm:t>
        <a:bodyPr/>
        <a:lstStyle/>
        <a:p>
          <a:endParaRPr lang="en-US"/>
        </a:p>
      </dgm:t>
    </dgm:pt>
    <dgm:pt modelId="{6F3D3F6F-ED7B-486F-AFD6-3E021AA2D3C1}" type="sibTrans" cxnId="{CE9767AD-267F-4D8E-8E3C-4C424CEFE866}">
      <dgm:prSet/>
      <dgm:spPr/>
      <dgm:t>
        <a:bodyPr/>
        <a:lstStyle/>
        <a:p>
          <a:endParaRPr lang="en-US"/>
        </a:p>
      </dgm:t>
    </dgm:pt>
    <dgm:pt modelId="{3FC20952-3903-4A79-A3C0-53AA5BF13AE6}" type="pres">
      <dgm:prSet presAssocID="{CE0BF09E-A36E-4FA1-AF48-3D1639BDEE67}" presName="Name0" presStyleCnt="0">
        <dgm:presLayoutVars>
          <dgm:dir/>
          <dgm:resizeHandles val="exact"/>
        </dgm:presLayoutVars>
      </dgm:prSet>
      <dgm:spPr/>
    </dgm:pt>
    <dgm:pt modelId="{4F15F985-0C44-4CC8-9902-1AA8EC4C822D}" type="pres">
      <dgm:prSet presAssocID="{799C4729-1E9B-429D-B7DC-6EA40A0E59E1}" presName="node" presStyleLbl="node1" presStyleIdx="0" presStyleCnt="3">
        <dgm:presLayoutVars>
          <dgm:bulletEnabled val="1"/>
        </dgm:presLayoutVars>
      </dgm:prSet>
      <dgm:spPr/>
    </dgm:pt>
    <dgm:pt modelId="{AFD1C239-B46C-46DB-B667-54B97D52BF88}" type="pres">
      <dgm:prSet presAssocID="{E9F06FF6-164C-4A78-BD3A-E40F4037DBEF}" presName="sibTransSpacerBeforeConnector" presStyleCnt="0"/>
      <dgm:spPr/>
    </dgm:pt>
    <dgm:pt modelId="{2C6F9FD9-6DEA-4870-9655-CD8238F3BBB1}" type="pres">
      <dgm:prSet presAssocID="{E9F06FF6-164C-4A78-BD3A-E40F4037DBEF}" presName="sibTrans" presStyleLbl="node1" presStyleIdx="1" presStyleCnt="3" custLinFactX="-288362" custLinFactY="184261" custLinFactNeighborX="-300000" custLinFactNeighborY="200000"/>
      <dgm:spPr>
        <a:prstGeom prst="rect">
          <a:avLst/>
        </a:prstGeom>
      </dgm:spPr>
    </dgm:pt>
    <dgm:pt modelId="{6A260A03-F5CA-4E19-A672-954CA2B092F9}" type="pres">
      <dgm:prSet presAssocID="{E9F06FF6-164C-4A78-BD3A-E40F4037DBEF}" presName="sibTransSpacerAfterConnector" presStyleCnt="0"/>
      <dgm:spPr/>
    </dgm:pt>
    <dgm:pt modelId="{44499200-79BC-41E2-A7C6-DFD96B976169}" type="pres">
      <dgm:prSet presAssocID="{E6720B72-4C92-4FAF-8992-8F2481600762}" presName="node" presStyleLbl="node1" presStyleIdx="2" presStyleCnt="3">
        <dgm:presLayoutVars>
          <dgm:bulletEnabled val="1"/>
        </dgm:presLayoutVars>
      </dgm:prSet>
      <dgm:spPr/>
    </dgm:pt>
  </dgm:ptLst>
  <dgm:cxnLst>
    <dgm:cxn modelId="{E0583002-D3B4-48DD-966B-1D1CDC59C2A9}" srcId="{CE0BF09E-A36E-4FA1-AF48-3D1639BDEE67}" destId="{E6720B72-4C92-4FAF-8992-8F2481600762}" srcOrd="1" destOrd="0" parTransId="{C7E96F7D-D012-4E0C-93AB-F9E00B437113}" sibTransId="{1E90303B-2A37-4BB9-8D81-A828C03C49D9}"/>
    <dgm:cxn modelId="{AD0C3F38-9D74-4F44-938A-057453DEE01C}" type="presOf" srcId="{304C14A6-1E55-43D8-B0E4-B2BD3812F2BB}" destId="{44499200-79BC-41E2-A7C6-DFD96B976169}" srcOrd="0" destOrd="2" presId="urn:microsoft.com/office/officeart/2016/7/layout/BasicProcessNew"/>
    <dgm:cxn modelId="{498B055E-2097-452A-A1AC-6FE4E5F31EBE}" type="presOf" srcId="{818D8936-2BA7-410D-AA3A-3DE789E81A20}" destId="{4F15F985-0C44-4CC8-9902-1AA8EC4C822D}" srcOrd="0" destOrd="3" presId="urn:microsoft.com/office/officeart/2016/7/layout/BasicProcessNew"/>
    <dgm:cxn modelId="{BA81494A-8A21-4E18-896A-CA06007ABCF6}" type="presOf" srcId="{CE0BF09E-A36E-4FA1-AF48-3D1639BDEE67}" destId="{3FC20952-3903-4A79-A3C0-53AA5BF13AE6}" srcOrd="0" destOrd="0" presId="urn:microsoft.com/office/officeart/2016/7/layout/BasicProcessNew"/>
    <dgm:cxn modelId="{63A9F055-90BB-4B96-9780-418F4D523E86}" type="presOf" srcId="{00A87ACF-03F3-4016-B76E-E12357507705}" destId="{4F15F985-0C44-4CC8-9902-1AA8EC4C822D}" srcOrd="0" destOrd="2" presId="urn:microsoft.com/office/officeart/2016/7/layout/BasicProcessNew"/>
    <dgm:cxn modelId="{3A9B69A4-1BCF-4A42-B7A7-A95808F3EFB2}" srcId="{799C4729-1E9B-429D-B7DC-6EA40A0E59E1}" destId="{818D8936-2BA7-410D-AA3A-3DE789E81A20}" srcOrd="2" destOrd="0" parTransId="{4E30D853-1EBB-4F15-AF0A-387A340A1B67}" sibTransId="{3482ED26-2DED-46A6-A934-824A87BBD557}"/>
    <dgm:cxn modelId="{CE9767AD-267F-4D8E-8E3C-4C424CEFE866}" srcId="{E6720B72-4C92-4FAF-8992-8F2481600762}" destId="{304C14A6-1E55-43D8-B0E4-B2BD3812F2BB}" srcOrd="1" destOrd="0" parTransId="{A1A2A7FB-CAFC-4970-A5B2-5EE0AA3AD00E}" sibTransId="{6F3D3F6F-ED7B-486F-AFD6-3E021AA2D3C1}"/>
    <dgm:cxn modelId="{BA0639B1-C7CC-4AA9-8ECF-62CBC53E9B7E}" srcId="{799C4729-1E9B-429D-B7DC-6EA40A0E59E1}" destId="{00A87ACF-03F3-4016-B76E-E12357507705}" srcOrd="1" destOrd="0" parTransId="{A9DA0400-8BEA-4B11-B8A8-0810BF93BF24}" sibTransId="{4A3D4218-E569-4858-BE98-805C28FDDDEF}"/>
    <dgm:cxn modelId="{B041C0B3-F004-462F-94A9-C5AD7603F54F}" type="presOf" srcId="{799C4729-1E9B-429D-B7DC-6EA40A0E59E1}" destId="{4F15F985-0C44-4CC8-9902-1AA8EC4C822D}" srcOrd="0" destOrd="0" presId="urn:microsoft.com/office/officeart/2016/7/layout/BasicProcessNew"/>
    <dgm:cxn modelId="{2C1DAAB6-2358-4F95-B4BD-542FF8E25D4C}" srcId="{E6720B72-4C92-4FAF-8992-8F2481600762}" destId="{A81CA452-828B-4EE8-AD68-1C44BD150E9A}" srcOrd="0" destOrd="0" parTransId="{98C04798-9173-4625-BE54-C87F4593C6B2}" sibTransId="{D8CCDFAB-D6DB-4AC1-AB2C-90733E411DAD}"/>
    <dgm:cxn modelId="{0C8E21B7-A2DC-4498-B625-7710440D3FCF}" type="presOf" srcId="{A81CA452-828B-4EE8-AD68-1C44BD150E9A}" destId="{44499200-79BC-41E2-A7C6-DFD96B976169}" srcOrd="0" destOrd="1" presId="urn:microsoft.com/office/officeart/2016/7/layout/BasicProcessNew"/>
    <dgm:cxn modelId="{A8ACEBB7-8392-496C-8C4F-0E844A46E4A7}" srcId="{CE0BF09E-A36E-4FA1-AF48-3D1639BDEE67}" destId="{799C4729-1E9B-429D-B7DC-6EA40A0E59E1}" srcOrd="0" destOrd="0" parTransId="{45A88044-BBCA-4FB3-9B93-FDFF5090DADA}" sibTransId="{E9F06FF6-164C-4A78-BD3A-E40F4037DBEF}"/>
    <dgm:cxn modelId="{23725BD7-575E-4370-A07E-E5F7BF398E14}" type="presOf" srcId="{E6720B72-4C92-4FAF-8992-8F2481600762}" destId="{44499200-79BC-41E2-A7C6-DFD96B976169}" srcOrd="0" destOrd="0" presId="urn:microsoft.com/office/officeart/2016/7/layout/BasicProcessNew"/>
    <dgm:cxn modelId="{69234ED7-0261-4067-9F7D-2360877FC7C0}" srcId="{799C4729-1E9B-429D-B7DC-6EA40A0E59E1}" destId="{0B5D0EBB-A03C-4A5D-A711-7FB4F3ED52E9}" srcOrd="0" destOrd="0" parTransId="{1919040E-15F2-400F-BCEA-1B96D88BA1C3}" sibTransId="{7AD6F294-FF0A-433F-870B-9A5B4CD8DD93}"/>
    <dgm:cxn modelId="{2D1A1CE0-71E6-45F8-BDA4-D0474701C891}" type="presOf" srcId="{0B5D0EBB-A03C-4A5D-A711-7FB4F3ED52E9}" destId="{4F15F985-0C44-4CC8-9902-1AA8EC4C822D}" srcOrd="0" destOrd="1" presId="urn:microsoft.com/office/officeart/2016/7/layout/BasicProcessNew"/>
    <dgm:cxn modelId="{572401F5-AC76-47CF-81E6-8C038227DECF}" type="presOf" srcId="{E9F06FF6-164C-4A78-BD3A-E40F4037DBEF}" destId="{2C6F9FD9-6DEA-4870-9655-CD8238F3BBB1}" srcOrd="0" destOrd="0" presId="urn:microsoft.com/office/officeart/2016/7/layout/BasicProcessNew"/>
    <dgm:cxn modelId="{49CDFE4F-54E7-4080-94EF-F2F8E724AB4A}" type="presParOf" srcId="{3FC20952-3903-4A79-A3C0-53AA5BF13AE6}" destId="{4F15F985-0C44-4CC8-9902-1AA8EC4C822D}" srcOrd="0" destOrd="0" presId="urn:microsoft.com/office/officeart/2016/7/layout/BasicProcessNew"/>
    <dgm:cxn modelId="{20707911-F314-47E4-9CDF-F99D21AA02A2}" type="presParOf" srcId="{3FC20952-3903-4A79-A3C0-53AA5BF13AE6}" destId="{AFD1C239-B46C-46DB-B667-54B97D52BF88}" srcOrd="1" destOrd="0" presId="urn:microsoft.com/office/officeart/2016/7/layout/BasicProcessNew"/>
    <dgm:cxn modelId="{1D68D86E-71B2-4D59-BE62-1714AA91BF32}" type="presParOf" srcId="{3FC20952-3903-4A79-A3C0-53AA5BF13AE6}" destId="{2C6F9FD9-6DEA-4870-9655-CD8238F3BBB1}" srcOrd="2" destOrd="0" presId="urn:microsoft.com/office/officeart/2016/7/layout/BasicProcessNew"/>
    <dgm:cxn modelId="{68A3CE66-C0B5-43B9-BE49-B04722EC5DD3}" type="presParOf" srcId="{3FC20952-3903-4A79-A3C0-53AA5BF13AE6}" destId="{6A260A03-F5CA-4E19-A672-954CA2B092F9}" srcOrd="3" destOrd="0" presId="urn:microsoft.com/office/officeart/2016/7/layout/BasicProcessNew"/>
    <dgm:cxn modelId="{63FEC0D3-3A08-41FD-B840-7375CDB80E64}" type="presParOf" srcId="{3FC20952-3903-4A79-A3C0-53AA5BF13AE6}" destId="{44499200-79BC-41E2-A7C6-DFD96B976169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5F985-0C44-4CC8-9902-1AA8EC4C822D}">
      <dsp:nvSpPr>
        <dsp:cNvPr id="0" name=""/>
        <dsp:cNvSpPr/>
      </dsp:nvSpPr>
      <dsp:spPr>
        <a:xfrm>
          <a:off x="559" y="455446"/>
          <a:ext cx="4821361" cy="302841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 err="1"/>
            <a:t>Prvá</a:t>
          </a:r>
          <a:r>
            <a:rPr lang="en-GB" sz="4400" b="1" kern="1200" dirty="0"/>
            <a:t> </a:t>
          </a:r>
          <a:r>
            <a:rPr lang="en-GB" sz="4400" b="1" kern="1200" dirty="0" err="1"/>
            <a:t>časť</a:t>
          </a:r>
          <a:endParaRPr lang="en-US" sz="4400" b="1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pojem</a:t>
          </a:r>
          <a:r>
            <a:rPr lang="en-GB" sz="3100" kern="1200" dirty="0"/>
            <a:t> </a:t>
          </a:r>
          <a:r>
            <a:rPr lang="en-GB" sz="3100" kern="1200" dirty="0" err="1"/>
            <a:t>autonómne</a:t>
          </a:r>
          <a:r>
            <a:rPr lang="en-GB" sz="3100" kern="1200" dirty="0"/>
            <a:t> auto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úrovne</a:t>
          </a:r>
          <a:r>
            <a:rPr lang="en-GB" sz="3100" kern="1200" dirty="0"/>
            <a:t> </a:t>
          </a:r>
          <a:r>
            <a:rPr lang="en-GB" sz="3100" kern="1200" dirty="0" err="1"/>
            <a:t>automatizácie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/>
            <a:t>ADAS</a:t>
          </a:r>
          <a:endParaRPr lang="en-US" sz="3100" kern="1200" dirty="0"/>
        </a:p>
      </dsp:txBody>
      <dsp:txXfrm>
        <a:off x="559" y="455446"/>
        <a:ext cx="4821361" cy="3028417"/>
      </dsp:txXfrm>
    </dsp:sp>
    <dsp:sp modelId="{2C6F9FD9-6DEA-4870-9655-CD8238F3BBB1}">
      <dsp:nvSpPr>
        <dsp:cNvPr id="0" name=""/>
        <dsp:cNvSpPr/>
      </dsp:nvSpPr>
      <dsp:spPr>
        <a:xfrm>
          <a:off x="2587922" y="2781909"/>
          <a:ext cx="723204" cy="243000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99200-79BC-41E2-A7C6-DFD96B976169}">
      <dsp:nvSpPr>
        <dsp:cNvPr id="0" name=""/>
        <dsp:cNvSpPr/>
      </dsp:nvSpPr>
      <dsp:spPr>
        <a:xfrm>
          <a:off x="5693678" y="455446"/>
          <a:ext cx="4821361" cy="30284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b="1" kern="1200" dirty="0" err="1"/>
            <a:t>Druhá</a:t>
          </a:r>
          <a:r>
            <a:rPr lang="en-GB" sz="4400" b="1" kern="1200" dirty="0"/>
            <a:t> </a:t>
          </a:r>
          <a:r>
            <a:rPr lang="en-GB" sz="4400" b="1" kern="1200" dirty="0" err="1"/>
            <a:t>časť</a:t>
          </a:r>
          <a:endParaRPr lang="en-US" sz="4400" b="1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ako</a:t>
          </a:r>
          <a:r>
            <a:rPr lang="en-GB" sz="3100" kern="1200" dirty="0"/>
            <a:t> </a:t>
          </a:r>
          <a:r>
            <a:rPr lang="en-GB" sz="3100" kern="1200" dirty="0" err="1"/>
            <a:t>operuje</a:t>
          </a:r>
          <a:r>
            <a:rPr lang="en-GB" sz="3100" kern="1200" dirty="0"/>
            <a:t> </a:t>
          </a:r>
          <a:r>
            <a:rPr lang="en-GB" sz="3100" kern="1200" dirty="0" err="1"/>
            <a:t>autonómne</a:t>
          </a:r>
          <a:r>
            <a:rPr lang="en-GB" sz="3100" kern="1200" dirty="0"/>
            <a:t> auto</a:t>
          </a:r>
          <a:endParaRPr lang="en-US" sz="3100" kern="1200" dirty="0"/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GB" sz="3100" kern="1200" dirty="0" err="1"/>
            <a:t>vizualizácia</a:t>
          </a:r>
          <a:r>
            <a:rPr lang="en-GB" sz="3100" kern="1200" dirty="0"/>
            <a:t>, </a:t>
          </a:r>
          <a:r>
            <a:rPr lang="en-GB" sz="3100" kern="1200" dirty="0" err="1"/>
            <a:t>lokalizácia</a:t>
          </a:r>
          <a:r>
            <a:rPr lang="en-GB" sz="3100" kern="1200" dirty="0"/>
            <a:t>, </a:t>
          </a:r>
          <a:r>
            <a:rPr lang="en-GB" sz="3100" kern="1200" dirty="0" err="1"/>
            <a:t>plánovanie</a:t>
          </a:r>
          <a:r>
            <a:rPr lang="en-GB" sz="3100" kern="1200" dirty="0"/>
            <a:t>, </a:t>
          </a:r>
          <a:r>
            <a:rPr lang="en-GB" sz="3100" kern="1200" dirty="0" err="1"/>
            <a:t>ovládanie</a:t>
          </a:r>
          <a:endParaRPr lang="en-US" sz="3100" kern="1200" dirty="0"/>
        </a:p>
      </dsp:txBody>
      <dsp:txXfrm>
        <a:off x="5693678" y="455446"/>
        <a:ext cx="4821361" cy="30284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336C5-0EE5-4B70-AACD-EA6627D6B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281126-4F3F-48DD-9159-FDC5B92E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7EA56-9734-4CC5-84D3-5C8E74E1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90DF8-3495-4136-8AF4-61AACFE4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3A43-64B6-493A-B733-322E678C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816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CB53-1274-432A-B663-9A13B7B7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B4F58-745A-4C7F-B023-4D4CF8FAE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E16DA-CE62-4F80-AF16-97D4F096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EFD65-EE87-4084-9C57-919417FB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BC0E2-4303-49F3-A4CF-7E599EF0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42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CA2E1-DD59-4496-BA63-2BBB9A7A9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3C27C-820F-4D5D-A1F2-DA994059B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E419-795D-4E12-81B9-7F2B067E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37010-F4E0-4CDA-86D7-15CE1BF94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F3637-75D0-4F14-9554-F216D5A7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65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1280-A87D-4F9D-90F2-28EDBBDD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B9982-2A83-4703-8D9C-FE7F0B7AA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B526B1-99B6-4DD5-8BBF-2A5AFA695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DC6E8-CF61-45DC-A994-218E1A0A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29294-A06A-4EDC-90D0-6C548C4CD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AF0B1-5A1F-4681-BD1D-F4628604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42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D2CF-5CEF-473C-AB92-BBD0D5BC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9A85E-D14A-4880-A0DB-B42CCF200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482124-BA05-4165-8953-D73608396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1094B-5E6F-4539-AF80-E8209F0B1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3C02AE-7B7E-463D-A331-B15D901C4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07E50-6CF9-4F64-977C-67E84605E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6B614E-9065-4D48-B473-797F75737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2A57C-AA88-4716-9908-07D4FC70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432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A878-0F2C-45BD-B161-EDF47B20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901E3-8ACB-4EFC-824F-3FD4DD4D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2C560-7D12-4B00-ABF1-6E16CE47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EC844-37B6-43C6-91C0-C0908A06B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5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6DAB91-5600-44A1-81DD-1D00F93D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CDD2-7B28-4C7B-B3CB-BB8416B81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161A7-B99C-4B42-93BB-7D23F13C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91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DC839-621E-453D-A546-773451EF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481C-DEFC-4F80-845F-6018274C6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E0880-B1BE-4F77-B144-66CAAB050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2864A-F37F-4368-AE34-F673FB8B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BDA0-4BA4-4CFF-8F88-B4ABF65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4F728-8FC3-4924-9CD2-8F7E19A6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89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03CF-1AD4-4FE0-87A8-FC59C3C1F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128D3-D7DC-4CBB-AF86-D40D00C81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59E89-3383-4BFB-936B-C98894450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36ED5-8BD2-4771-8B7C-6FFBF77E7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AA1D2-0CCB-4E56-9136-852822B0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0F4B1-3958-41E8-883C-67A1B97E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3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4BD20-F635-48D0-8D79-27C99414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FD0688-3940-4688-AAD3-3210F3CB8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8298-6150-4A44-96DD-B461BFB5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A51C2-CD8B-4D0C-A796-9176806F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A2B3-F367-423E-88E3-169BA6A2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9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E490D-F171-4413-A427-93ABB389B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9B3FC-0C57-4EB3-9CF2-A5993E658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488AB-7919-405B-A61C-B525C9D5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0E53-46B3-496C-A9CA-F4DEDFD4A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04BFF-67AB-49D5-8C2B-826F518E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951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B87DB-A33E-4366-A87A-EECF6C941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CF39B-228C-4428-9BFD-F76E64F6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BBCC0-3262-4B82-8E8C-60536928B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DF3D2-C4CA-4D0F-A1BA-681B98C540ED}" type="datetimeFigureOut">
              <a:rPr lang="en-GB" smtClean="0"/>
              <a:t>03/12/2021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DF5A8-E361-486F-BF8F-52752E853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D46F9-51FF-43E3-AEEF-80D183892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F669F-EB7B-4A6F-820C-209ACE2E40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xbartosp2@stuba.s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1424-8220/21/6/2140/html" TargetMode="External"/><Relationship Id="rId13" Type="http://schemas.openxmlformats.org/officeDocument/2006/relationships/hyperlink" Target="https://books.google.sk/books?hl=sk&amp;lr=&amp;id=IoW1DwAAQBAJ&amp;oi=fnd&amp;pg=PA1&amp;dq=ultra+wide+band&amp;ots=VKAVbbvL7g&amp;sig=qZtHaNZ5m2ZWwEa0elrR7DZMGt0&amp;redir_esc=y#v=onepage&amp;q&amp;f=false" TargetMode="External"/><Relationship Id="rId3" Type="http://schemas.openxmlformats.org/officeDocument/2006/relationships/hyperlink" Target="https://www.jstor.org/stable/26911258?seq=1#metadata_info_tab_contents" TargetMode="External"/><Relationship Id="rId7" Type="http://schemas.openxmlformats.org/officeDocument/2006/relationships/hyperlink" Target="https://arxiv.org/abs/1807.01726" TargetMode="External"/><Relationship Id="rId12" Type="http://schemas.openxmlformats.org/officeDocument/2006/relationships/hyperlink" Target="https://arxiv.org/abs/1906.01061" TargetMode="External"/><Relationship Id="rId2" Type="http://schemas.openxmlformats.org/officeDocument/2006/relationships/hyperlink" Target="https://arcca.com/capabilities/engineering/accident-reconstruction/technology/adas-vehicle-autonomy" TargetMode="External"/><Relationship Id="rId16" Type="http://schemas.openxmlformats.org/officeDocument/2006/relationships/hyperlink" Target="https://arxiv.org/pdf/1705.10702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obsonforensic.com/articles/autonomous-vehicles-sensors-expert" TargetMode="External"/><Relationship Id="rId11" Type="http://schemas.openxmlformats.org/officeDocument/2006/relationships/hyperlink" Target="https://arxiv.org/abs/1612.05360" TargetMode="External"/><Relationship Id="rId5" Type="http://schemas.openxmlformats.org/officeDocument/2006/relationships/hyperlink" Target="https://www.synopsys.com/automotive/what-is-autonomous-car.html" TargetMode="External"/><Relationship Id="rId15" Type="http://schemas.openxmlformats.org/officeDocument/2006/relationships/hyperlink" Target="https://arxiv.org/pdf/1705.01196.pdf?source=post_page---------------------------" TargetMode="External"/><Relationship Id="rId10" Type="http://schemas.openxmlformats.org/officeDocument/2006/relationships/hyperlink" Target="https://arxiv.org/abs/2003.00851" TargetMode="External"/><Relationship Id="rId4" Type="http://schemas.openxmlformats.org/officeDocument/2006/relationships/hyperlink" Target="https://www.synopsys.com/automotive/what-is-adas.html" TargetMode="External"/><Relationship Id="rId9" Type="http://schemas.openxmlformats.org/officeDocument/2006/relationships/hyperlink" Target="https://link.springer.com/chapter/10.1007/978-3-030-49076-8_21" TargetMode="External"/><Relationship Id="rId14" Type="http://schemas.openxmlformats.org/officeDocument/2006/relationships/hyperlink" Target="http://www2.unb.ca/gge/Resources/gpsworld.september9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5538-1D12-4202-97B0-6258DE00F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6793" y="1783959"/>
            <a:ext cx="4882550" cy="2889114"/>
          </a:xfrm>
        </p:spPr>
        <p:txBody>
          <a:bodyPr anchor="b">
            <a:normAutofit fontScale="90000"/>
          </a:bodyPr>
          <a:lstStyle/>
          <a:p>
            <a:pPr algn="l"/>
            <a:r>
              <a:rPr lang="sk-SK" sz="5400" b="1" dirty="0"/>
              <a:t>Modelovanie softvéru autonómnych aut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60816-00C7-402E-B359-9ADFA2C5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880" y="4750893"/>
            <a:ext cx="4668038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 dirty="0"/>
              <a:t>Peter Bartoš, STU FIIT, </a:t>
            </a:r>
            <a:r>
              <a:rPr lang="en-GB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xbartosp2@stuba.sk</a:t>
            </a:r>
            <a:endParaRPr lang="en-GB" sz="2000" dirty="0"/>
          </a:p>
          <a:p>
            <a:r>
              <a:rPr lang="en-GB" sz="2000" dirty="0"/>
              <a:t>07.12.2021</a:t>
            </a: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4" descr="Blurred motion traffic">
            <a:extLst>
              <a:ext uri="{FF2B5EF4-FFF2-40B4-BE49-F238E27FC236}">
                <a16:creationId xmlns:a16="http://schemas.microsoft.com/office/drawing/2014/main" id="{FCB2C6D0-C8A7-4940-A552-62C69CDCEF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30" r="4960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94535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C1C8-A7BC-4978-B028-831C57C62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8000" b="1" dirty="0" err="1">
                <a:solidFill>
                  <a:schemeClr val="bg1"/>
                </a:solidFill>
              </a:rPr>
              <a:t>Obsah</a:t>
            </a:r>
            <a:endParaRPr lang="en-GB" sz="80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E139A8-24F1-48EE-98E1-D69C6F61B5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9996864"/>
              </p:ext>
            </p:extLst>
          </p:nvPr>
        </p:nvGraphicFramePr>
        <p:xfrm>
          <a:off x="838200" y="2281565"/>
          <a:ext cx="10515600" cy="3939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8549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7BF7A-EDBA-491D-8525-68CE188B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71" y="362536"/>
            <a:ext cx="4768499" cy="1956841"/>
          </a:xfrm>
        </p:spPr>
        <p:txBody>
          <a:bodyPr anchor="b">
            <a:normAutofit fontScale="90000"/>
          </a:bodyPr>
          <a:lstStyle/>
          <a:p>
            <a:r>
              <a:rPr lang="en-GB" sz="5400" b="1" dirty="0" err="1"/>
              <a:t>Čo</a:t>
            </a:r>
            <a:r>
              <a:rPr lang="en-GB" sz="5400" b="1" dirty="0"/>
              <a:t> je to </a:t>
            </a:r>
            <a:r>
              <a:rPr lang="en-GB" sz="5400" b="1" dirty="0" err="1"/>
              <a:t>autonómne</a:t>
            </a:r>
            <a:r>
              <a:rPr lang="en-GB" sz="5400" b="1" dirty="0"/>
              <a:t> auto?</a:t>
            </a:r>
          </a:p>
        </p:txBody>
      </p:sp>
      <p:sp>
        <p:nvSpPr>
          <p:cNvPr id="7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06EDB-B39E-4531-9670-BCF621944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53" y="2872898"/>
            <a:ext cx="5115623" cy="362256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Vozidlo</a:t>
            </a:r>
            <a:r>
              <a:rPr lang="en-GB" dirty="0"/>
              <a:t>, </a:t>
            </a:r>
            <a:r>
              <a:rPr lang="en-GB" dirty="0" err="1"/>
              <a:t>ktoré</a:t>
            </a:r>
            <a:r>
              <a:rPr lang="en-GB" dirty="0"/>
              <a:t> je </a:t>
            </a:r>
            <a:r>
              <a:rPr lang="en-GB" dirty="0" err="1"/>
              <a:t>schopné</a:t>
            </a:r>
            <a:r>
              <a:rPr lang="en-GB" dirty="0"/>
              <a:t> </a:t>
            </a:r>
            <a:r>
              <a:rPr lang="en-GB" dirty="0" err="1"/>
              <a:t>vnímať</a:t>
            </a:r>
            <a:r>
              <a:rPr lang="en-GB" dirty="0"/>
              <a:t> </a:t>
            </a:r>
            <a:r>
              <a:rPr lang="en-GB" dirty="0" err="1"/>
              <a:t>svoje</a:t>
            </a:r>
            <a:r>
              <a:rPr lang="en-GB" dirty="0"/>
              <a:t> </a:t>
            </a:r>
            <a:r>
              <a:rPr lang="en-GB" dirty="0" err="1"/>
              <a:t>prostredie</a:t>
            </a:r>
            <a:r>
              <a:rPr lang="en-GB" dirty="0"/>
              <a:t> a </a:t>
            </a:r>
            <a:r>
              <a:rPr lang="en-GB" dirty="0" err="1"/>
              <a:t>bezpečne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</a:t>
            </a:r>
            <a:r>
              <a:rPr lang="en-GB" dirty="0" err="1"/>
              <a:t>pohybovať</a:t>
            </a:r>
            <a:r>
              <a:rPr lang="en-GB" dirty="0"/>
              <a:t> s </a:t>
            </a:r>
            <a:r>
              <a:rPr lang="en-GB" dirty="0" err="1"/>
              <a:t>malým</a:t>
            </a:r>
            <a:r>
              <a:rPr lang="en-GB" dirty="0"/>
              <a:t> </a:t>
            </a:r>
            <a:r>
              <a:rPr lang="en-GB" dirty="0" err="1"/>
              <a:t>alebo</a:t>
            </a:r>
            <a:r>
              <a:rPr lang="en-GB" dirty="0"/>
              <a:t> </a:t>
            </a:r>
            <a:r>
              <a:rPr lang="en-GB" dirty="0" err="1"/>
              <a:t>žiadnym</a:t>
            </a:r>
            <a:r>
              <a:rPr lang="en-GB" dirty="0"/>
              <a:t> </a:t>
            </a:r>
            <a:r>
              <a:rPr lang="en-GB" dirty="0" err="1"/>
              <a:t>zásahom</a:t>
            </a:r>
            <a:r>
              <a:rPr lang="en-GB" dirty="0"/>
              <a:t> </a:t>
            </a:r>
            <a:r>
              <a:rPr lang="en-GB" dirty="0" err="1"/>
              <a:t>človeka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Optimálne</a:t>
            </a:r>
            <a:r>
              <a:rPr lang="en-GB" dirty="0"/>
              <a:t> so </a:t>
            </a:r>
            <a:r>
              <a:rPr lang="en-GB" dirty="0" err="1"/>
              <a:t>žiadnym</a:t>
            </a:r>
            <a:r>
              <a:rPr lang="en-GB" dirty="0"/>
              <a:t> </a:t>
            </a:r>
            <a:r>
              <a:rPr lang="en-GB" dirty="0" err="1"/>
              <a:t>zásahom</a:t>
            </a:r>
            <a:r>
              <a:rPr lang="en-GB" dirty="0"/>
              <a:t> </a:t>
            </a:r>
            <a:r>
              <a:rPr lang="en-GB" dirty="0" err="1"/>
              <a:t>človeka</a:t>
            </a:r>
            <a:r>
              <a:rPr lang="en-GB" dirty="0"/>
              <a:t>, </a:t>
            </a:r>
            <a:r>
              <a:rPr lang="en-GB" dirty="0" err="1"/>
              <a:t>kde</a:t>
            </a:r>
            <a:r>
              <a:rPr lang="en-GB" dirty="0"/>
              <a:t> </a:t>
            </a:r>
            <a:r>
              <a:rPr lang="en-GB" dirty="0" err="1"/>
              <a:t>človek</a:t>
            </a:r>
            <a:r>
              <a:rPr lang="en-GB" dirty="0"/>
              <a:t> </a:t>
            </a:r>
            <a:r>
              <a:rPr lang="en-GB" dirty="0" err="1"/>
              <a:t>nebude</a:t>
            </a:r>
            <a:r>
              <a:rPr lang="en-GB" dirty="0"/>
              <a:t> </a:t>
            </a:r>
            <a:r>
              <a:rPr lang="en-GB" dirty="0" err="1"/>
              <a:t>mať</a:t>
            </a:r>
            <a:r>
              <a:rPr lang="en-GB" dirty="0"/>
              <a:t> ani </a:t>
            </a:r>
            <a:r>
              <a:rPr lang="en-GB" dirty="0" err="1"/>
              <a:t>možnosť</a:t>
            </a:r>
            <a:r>
              <a:rPr lang="en-GB" dirty="0"/>
              <a:t> </a:t>
            </a:r>
            <a:r>
              <a:rPr lang="en-GB" dirty="0" err="1"/>
              <a:t>zasahovať</a:t>
            </a:r>
            <a:endParaRPr lang="en-GB" dirty="0"/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64A43C8-88BD-4A8D-9A61-D8E5649D8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2" r="25767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256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633CF-09F9-4BAF-96B6-487CA8A4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Úrovne autonómnej jazdy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D85CF8-BEA1-4731-8AAA-A457CAC9B3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402466"/>
              </p:ext>
            </p:extLst>
          </p:nvPr>
        </p:nvGraphicFramePr>
        <p:xfrm>
          <a:off x="661481" y="2226468"/>
          <a:ext cx="10992255" cy="3979779"/>
        </p:xfrm>
        <a:graphic>
          <a:graphicData uri="http://schemas.openxmlformats.org/drawingml/2006/table">
            <a:tbl>
              <a:tblPr firstRow="1" bandRow="1"/>
              <a:tblGrid>
                <a:gridCol w="1697435">
                  <a:extLst>
                    <a:ext uri="{9D8B030D-6E8A-4147-A177-3AD203B41FA5}">
                      <a16:colId xmlns:a16="http://schemas.microsoft.com/office/drawing/2014/main" val="3218855468"/>
                    </a:ext>
                  </a:extLst>
                </a:gridCol>
                <a:gridCol w="2079304">
                  <a:extLst>
                    <a:ext uri="{9D8B030D-6E8A-4147-A177-3AD203B41FA5}">
                      <a16:colId xmlns:a16="http://schemas.microsoft.com/office/drawing/2014/main" val="2415863425"/>
                    </a:ext>
                  </a:extLst>
                </a:gridCol>
                <a:gridCol w="1697435">
                  <a:extLst>
                    <a:ext uri="{9D8B030D-6E8A-4147-A177-3AD203B41FA5}">
                      <a16:colId xmlns:a16="http://schemas.microsoft.com/office/drawing/2014/main" val="2026504287"/>
                    </a:ext>
                  </a:extLst>
                </a:gridCol>
                <a:gridCol w="1847090">
                  <a:extLst>
                    <a:ext uri="{9D8B030D-6E8A-4147-A177-3AD203B41FA5}">
                      <a16:colId xmlns:a16="http://schemas.microsoft.com/office/drawing/2014/main" val="4047320237"/>
                    </a:ext>
                  </a:extLst>
                </a:gridCol>
                <a:gridCol w="1919213">
                  <a:extLst>
                    <a:ext uri="{9D8B030D-6E8A-4147-A177-3AD203B41FA5}">
                      <a16:colId xmlns:a16="http://schemas.microsoft.com/office/drawing/2014/main" val="467782789"/>
                    </a:ext>
                  </a:extLst>
                </a:gridCol>
                <a:gridCol w="1751778">
                  <a:extLst>
                    <a:ext uri="{9D8B030D-6E8A-4147-A177-3AD203B41FA5}">
                      <a16:colId xmlns:a16="http://schemas.microsoft.com/office/drawing/2014/main" val="2365937380"/>
                    </a:ext>
                  </a:extLst>
                </a:gridCol>
              </a:tblGrid>
              <a:tr h="776215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Nulová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automatizácia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4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Assistencia</a:t>
                      </a: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Čiastočná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C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Prípadná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automatizácia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Vysoká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B2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Úplna automatizácia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91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9088"/>
                  </a:ext>
                </a:extLst>
              </a:tr>
              <a:tr h="2644581"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Úplna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manuálna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kontrola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Vozidlo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jediný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automatizovaný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systém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-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tempomat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Čiastočná automatizácia pomocou systému ADAS</a:t>
                      </a:r>
                      <a:endParaRPr lang="pt-BR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Schopnosť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detekcie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informované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rozhodnutia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nevyhnutná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vodiča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jeho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zasiahnutie</a:t>
                      </a: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Schopnosť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samoriadenia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určitých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podmienkach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obmedzované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legislatívou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má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stále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možnosť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ovládať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auto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Nepotrebuje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kontrolu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nemá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možnosť</a:t>
                      </a:r>
                      <a:r>
                        <a:rPr lang="en-GB" sz="1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zasiahnuť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753" marR="14753" marT="1475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8161"/>
                  </a:ext>
                </a:extLst>
              </a:tr>
              <a:tr h="558983"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Človek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monitoruje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jazdné</a:t>
                      </a:r>
                      <a:r>
                        <a:rPr lang="en-GB" sz="1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prostredie</a:t>
                      </a:r>
                      <a:endParaRPr lang="en-GB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19" marR="141619" marT="70810" marB="7081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Systém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monitoruje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jazdné</a:t>
                      </a:r>
                      <a:r>
                        <a:rPr lang="en-GB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GB" sz="1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prostredie</a:t>
                      </a:r>
                      <a:endParaRPr lang="en-GB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1619" marR="141619" marT="70810" marB="7081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19696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F36A027-1C0E-45C6-8481-B2D1BDBCFD0E}"/>
              </a:ext>
            </a:extLst>
          </p:cNvPr>
          <p:cNvSpPr txBox="1"/>
          <p:nvPr/>
        </p:nvSpPr>
        <p:spPr>
          <a:xfrm>
            <a:off x="11653736" y="6021581"/>
            <a:ext cx="50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278591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EB044-4B46-49F6-A1BD-AD5ABC84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3571"/>
            <a:ext cx="4167270" cy="4461163"/>
          </a:xfrm>
        </p:spPr>
        <p:txBody>
          <a:bodyPr>
            <a:normAutofit/>
          </a:bodyPr>
          <a:lstStyle/>
          <a:p>
            <a:r>
              <a:rPr lang="en-GB" sz="4800" b="1" dirty="0">
                <a:solidFill>
                  <a:srgbClr val="FFFFFF"/>
                </a:solidFill>
              </a:rPr>
              <a:t>Advanced Driver Assistance Systems (ADAS)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3610D-DAFE-459A-A291-A492436BD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234" y="591344"/>
            <a:ext cx="8094857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Systém</a:t>
            </a:r>
            <a:r>
              <a:rPr lang="en-GB" sz="3200" dirty="0"/>
              <a:t> </a:t>
            </a:r>
            <a:r>
              <a:rPr lang="en-GB" sz="3200" dirty="0" err="1"/>
              <a:t>obsahujúci</a:t>
            </a:r>
            <a:r>
              <a:rPr lang="en-GB" sz="3200" dirty="0"/>
              <a:t> </a:t>
            </a:r>
            <a:r>
              <a:rPr lang="en-GB" sz="3200" dirty="0" err="1"/>
              <a:t>základné</a:t>
            </a:r>
            <a:r>
              <a:rPr lang="en-GB" sz="3200" dirty="0"/>
              <a:t> </a:t>
            </a:r>
            <a:r>
              <a:rPr lang="en-GB" sz="3200" dirty="0" err="1"/>
              <a:t>bezpečnostné</a:t>
            </a:r>
            <a:r>
              <a:rPr lang="en-GB" sz="3200" dirty="0"/>
              <a:t> </a:t>
            </a:r>
            <a:r>
              <a:rPr lang="en-GB" sz="3200" dirty="0" err="1"/>
              <a:t>aplikácie</a:t>
            </a:r>
            <a:endParaRPr lang="en-GB" sz="3200" dirty="0"/>
          </a:p>
          <a:p>
            <a:pPr lvl="1"/>
            <a:r>
              <a:rPr lang="en-GB" sz="2800" dirty="0" err="1"/>
              <a:t>detekcia</a:t>
            </a:r>
            <a:r>
              <a:rPr lang="en-GB" sz="2800" dirty="0"/>
              <a:t> a </a:t>
            </a:r>
            <a:r>
              <a:rPr lang="en-GB" sz="2800" dirty="0" err="1"/>
              <a:t>vyhýbanie</a:t>
            </a:r>
            <a:r>
              <a:rPr lang="en-GB" sz="2800" dirty="0"/>
              <a:t> </a:t>
            </a:r>
            <a:r>
              <a:rPr lang="en-GB" sz="2800" dirty="0" err="1"/>
              <a:t>chodcom</a:t>
            </a:r>
            <a:endParaRPr lang="en-GB" sz="2800" dirty="0"/>
          </a:p>
          <a:p>
            <a:pPr lvl="1"/>
            <a:r>
              <a:rPr lang="en-GB" sz="2800" dirty="0" err="1"/>
              <a:t>varovanie</a:t>
            </a:r>
            <a:r>
              <a:rPr lang="en-GB" sz="2800" dirty="0"/>
              <a:t> a </a:t>
            </a:r>
            <a:r>
              <a:rPr lang="en-GB" sz="2800" dirty="0" err="1"/>
              <a:t>oprava</a:t>
            </a:r>
            <a:r>
              <a:rPr lang="en-GB" sz="2800" dirty="0"/>
              <a:t> </a:t>
            </a:r>
            <a:r>
              <a:rPr lang="en-GB" sz="2800" dirty="0" err="1"/>
              <a:t>vybočenia</a:t>
            </a:r>
            <a:r>
              <a:rPr lang="en-GB" sz="2800" dirty="0"/>
              <a:t> z </a:t>
            </a:r>
            <a:r>
              <a:rPr lang="en-GB" sz="2800" dirty="0" err="1"/>
              <a:t>jazdného</a:t>
            </a:r>
            <a:r>
              <a:rPr lang="en-GB" sz="2800" dirty="0"/>
              <a:t> </a:t>
            </a:r>
            <a:r>
              <a:rPr lang="en-GB" sz="2800" dirty="0" err="1"/>
              <a:t>pruhu</a:t>
            </a:r>
            <a:endParaRPr lang="en-GB" sz="2800" dirty="0"/>
          </a:p>
          <a:p>
            <a:pPr lvl="1"/>
            <a:r>
              <a:rPr lang="en-GB" sz="2800" dirty="0" err="1"/>
              <a:t>rozpoznávanie</a:t>
            </a:r>
            <a:r>
              <a:rPr lang="en-GB" sz="2800" dirty="0"/>
              <a:t> </a:t>
            </a:r>
            <a:r>
              <a:rPr lang="en-GB" sz="2800" dirty="0" err="1"/>
              <a:t>dopravných</a:t>
            </a:r>
            <a:r>
              <a:rPr lang="en-GB" sz="2800" dirty="0"/>
              <a:t> </a:t>
            </a:r>
            <a:r>
              <a:rPr lang="en-GB" sz="2800" dirty="0" err="1"/>
              <a:t>značiek</a:t>
            </a:r>
            <a:endParaRPr lang="en-GB" sz="2800" dirty="0"/>
          </a:p>
          <a:p>
            <a:pPr lvl="1"/>
            <a:r>
              <a:rPr lang="en-GB" sz="2800" dirty="0" err="1"/>
              <a:t>núdzové</a:t>
            </a:r>
            <a:r>
              <a:rPr lang="en-GB" sz="2800" dirty="0"/>
              <a:t> </a:t>
            </a:r>
            <a:r>
              <a:rPr lang="en-GB" sz="2800" dirty="0" err="1"/>
              <a:t>brzdenie</a:t>
            </a:r>
            <a:endParaRPr lang="en-GB" sz="2800" dirty="0"/>
          </a:p>
          <a:p>
            <a:pPr lvl="1"/>
            <a:r>
              <a:rPr lang="en-GB" sz="2800" dirty="0" err="1"/>
              <a:t>detekcia</a:t>
            </a:r>
            <a:r>
              <a:rPr lang="en-GB" sz="2800" dirty="0"/>
              <a:t> </a:t>
            </a:r>
            <a:r>
              <a:rPr lang="en-GB" sz="2800" dirty="0" err="1"/>
              <a:t>slepého</a:t>
            </a:r>
            <a:r>
              <a:rPr lang="en-GB" sz="2800" dirty="0"/>
              <a:t> </a:t>
            </a:r>
            <a:r>
              <a:rPr lang="en-GB" sz="2800" dirty="0" err="1"/>
              <a:t>bodu</a:t>
            </a:r>
            <a:endParaRPr lang="en-GB" sz="2800" dirty="0"/>
          </a:p>
          <a:p>
            <a:pPr lvl="1"/>
            <a:r>
              <a:rPr lang="en-GB" sz="2800" dirty="0" err="1"/>
              <a:t>adaptívne</a:t>
            </a:r>
            <a:r>
              <a:rPr lang="en-GB" sz="2800" dirty="0"/>
              <a:t> </a:t>
            </a:r>
            <a:r>
              <a:rPr lang="en-GB" sz="2800" dirty="0" err="1"/>
              <a:t>ovládanie</a:t>
            </a:r>
            <a:r>
              <a:rPr lang="en-GB" sz="2800" dirty="0"/>
              <a:t> </a:t>
            </a:r>
            <a:r>
              <a:rPr lang="en-GB" sz="2800" dirty="0" err="1"/>
              <a:t>svetiel</a:t>
            </a:r>
            <a:endParaRPr lang="en-GB" sz="2800" dirty="0"/>
          </a:p>
          <a:p>
            <a:pPr lvl="1"/>
            <a:r>
              <a:rPr lang="en-GB" sz="2800" dirty="0" err="1"/>
              <a:t>adaptívny</a:t>
            </a:r>
            <a:r>
              <a:rPr lang="en-GB" sz="2800" dirty="0"/>
              <a:t> </a:t>
            </a:r>
            <a:r>
              <a:rPr lang="en-GB" sz="2800" dirty="0" err="1"/>
              <a:t>tempomat</a:t>
            </a:r>
            <a:endParaRPr lang="en-GB" sz="2800" dirty="0"/>
          </a:p>
          <a:p>
            <a:pPr lvl="1"/>
            <a:r>
              <a:rPr lang="en-GB" sz="2800" dirty="0" err="1"/>
              <a:t>autonómne</a:t>
            </a:r>
            <a:r>
              <a:rPr lang="en-GB" sz="2800" dirty="0"/>
              <a:t> </a:t>
            </a:r>
            <a:r>
              <a:rPr lang="en-GB" sz="2800" dirty="0" err="1"/>
              <a:t>parkovanie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46741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9A8AD-2230-4616-B1BC-36D41649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6000" b="1" dirty="0">
                <a:solidFill>
                  <a:srgbClr val="FFFFFF"/>
                </a:solidFill>
              </a:rPr>
              <a:t>ADAS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02EFA-093A-44CC-9819-B2BF232D6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7252" y="591344"/>
            <a:ext cx="7772400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Ako</a:t>
            </a:r>
            <a:r>
              <a:rPr lang="en-GB" sz="3200" dirty="0"/>
              <a:t> </a:t>
            </a:r>
            <a:r>
              <a:rPr lang="en-GB" sz="3200" dirty="0" err="1"/>
              <a:t>funguje</a:t>
            </a:r>
            <a:r>
              <a:rPr lang="en-GB" sz="3200" dirty="0"/>
              <a:t>?</a:t>
            </a:r>
          </a:p>
          <a:p>
            <a:pPr lvl="1"/>
            <a:r>
              <a:rPr lang="en-GB" sz="2800" dirty="0" err="1"/>
              <a:t>Využitie</a:t>
            </a:r>
            <a:r>
              <a:rPr lang="en-GB" sz="2800" dirty="0"/>
              <a:t> </a:t>
            </a:r>
            <a:r>
              <a:rPr lang="en-GB" sz="2800" dirty="0" err="1"/>
              <a:t>senzorov</a:t>
            </a:r>
            <a:r>
              <a:rPr lang="en-GB" sz="2800" dirty="0"/>
              <a:t> – RADAR, LIDAR, video </a:t>
            </a:r>
            <a:r>
              <a:rPr lang="en-GB" sz="2800" dirty="0" err="1"/>
              <a:t>kamery</a:t>
            </a:r>
            <a:r>
              <a:rPr lang="en-GB" sz="2800" dirty="0"/>
              <a:t>, </a:t>
            </a:r>
            <a:r>
              <a:rPr lang="en-GB" sz="2800" dirty="0" err="1"/>
              <a:t>ultrazvukové</a:t>
            </a:r>
            <a:r>
              <a:rPr lang="en-GB" sz="2800" dirty="0"/>
              <a:t> </a:t>
            </a:r>
            <a:r>
              <a:rPr lang="en-GB" sz="2800" dirty="0" err="1"/>
              <a:t>snímače</a:t>
            </a:r>
            <a:r>
              <a:rPr lang="en-GB" sz="2800" dirty="0"/>
              <a:t>, IMU, GNSS,…</a:t>
            </a:r>
          </a:p>
          <a:p>
            <a:pPr lvl="1"/>
            <a:endParaRPr lang="en-GB" sz="2800" dirty="0"/>
          </a:p>
          <a:p>
            <a:pPr lvl="1"/>
            <a:r>
              <a:rPr lang="en-GB" sz="2800" dirty="0" err="1"/>
              <a:t>Senzorová</a:t>
            </a:r>
            <a:r>
              <a:rPr lang="en-GB" sz="2800" dirty="0"/>
              <a:t> </a:t>
            </a:r>
            <a:r>
              <a:rPr lang="en-GB" sz="2800" dirty="0" err="1"/>
              <a:t>fúzia</a:t>
            </a:r>
            <a:r>
              <a:rPr lang="en-GB" sz="2800" dirty="0"/>
              <a:t> – </a:t>
            </a:r>
            <a:r>
              <a:rPr lang="en-GB" sz="2800" dirty="0" err="1"/>
              <a:t>spracovanie</a:t>
            </a:r>
            <a:r>
              <a:rPr lang="en-GB" sz="2800" dirty="0"/>
              <a:t> a </a:t>
            </a:r>
            <a:r>
              <a:rPr lang="en-GB" sz="2800" dirty="0" err="1"/>
              <a:t>kombinovanie</a:t>
            </a:r>
            <a:r>
              <a:rPr lang="en-GB" sz="2800" dirty="0"/>
              <a:t> </a:t>
            </a:r>
            <a:r>
              <a:rPr lang="en-GB" sz="2800" dirty="0" err="1"/>
              <a:t>výstupov</a:t>
            </a:r>
            <a:r>
              <a:rPr lang="en-GB" sz="2800" dirty="0"/>
              <a:t> zo </a:t>
            </a:r>
            <a:r>
              <a:rPr lang="en-GB" sz="2800" dirty="0" err="1"/>
              <a:t>senzorov</a:t>
            </a:r>
            <a:endParaRPr lang="en-GB" sz="2800" dirty="0"/>
          </a:p>
          <a:p>
            <a:pPr lvl="1"/>
            <a:endParaRPr lang="en-GB" sz="2800" dirty="0"/>
          </a:p>
          <a:p>
            <a:pPr lvl="1"/>
            <a:r>
              <a:rPr lang="en-GB" sz="2800" dirty="0" err="1"/>
              <a:t>Umelá</a:t>
            </a:r>
            <a:r>
              <a:rPr lang="en-GB" sz="2800" dirty="0"/>
              <a:t> </a:t>
            </a:r>
            <a:r>
              <a:rPr lang="en-GB" sz="2800" dirty="0" err="1"/>
              <a:t>inteligencia</a:t>
            </a:r>
            <a:r>
              <a:rPr lang="en-GB" sz="2800" dirty="0"/>
              <a:t> -  </a:t>
            </a:r>
            <a:r>
              <a:rPr lang="en-GB" sz="2800" dirty="0" err="1"/>
              <a:t>rozpoznáva</a:t>
            </a:r>
            <a:r>
              <a:rPr lang="en-GB" sz="2800" dirty="0"/>
              <a:t> a </a:t>
            </a:r>
            <a:r>
              <a:rPr lang="en-GB" sz="2800" dirty="0" err="1"/>
              <a:t>spracúva</a:t>
            </a:r>
            <a:r>
              <a:rPr lang="en-GB" sz="2800" dirty="0"/>
              <a:t> </a:t>
            </a:r>
            <a:r>
              <a:rPr lang="en-GB" sz="2800" dirty="0" err="1"/>
              <a:t>informácie</a:t>
            </a:r>
            <a:r>
              <a:rPr lang="en-GB" sz="2800" dirty="0"/>
              <a:t>, </a:t>
            </a:r>
            <a:r>
              <a:rPr lang="en-GB" sz="2800" dirty="0" err="1"/>
              <a:t>rozhoduje</a:t>
            </a:r>
            <a:r>
              <a:rPr lang="en-GB" sz="2800" dirty="0"/>
              <a:t> a </a:t>
            </a:r>
            <a:r>
              <a:rPr lang="en-GB" sz="2800" dirty="0" err="1"/>
              <a:t>reaguje</a:t>
            </a:r>
            <a:r>
              <a:rPr lang="en-GB" sz="2800" dirty="0"/>
              <a:t> </a:t>
            </a:r>
            <a:r>
              <a:rPr lang="en-GB" sz="2800" dirty="0" err="1"/>
              <a:t>na</a:t>
            </a:r>
            <a:r>
              <a:rPr lang="en-GB" sz="2800" dirty="0"/>
              <a:t> </a:t>
            </a:r>
            <a:r>
              <a:rPr lang="en-GB" sz="2800" dirty="0" err="1"/>
              <a:t>vonkajšie</a:t>
            </a:r>
            <a:r>
              <a:rPr lang="en-GB" sz="2800" dirty="0"/>
              <a:t> </a:t>
            </a:r>
            <a:r>
              <a:rPr lang="en-GB" sz="2800" dirty="0" err="1"/>
              <a:t>prostredie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4934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2EB4A-D4C2-4A13-9621-64A6E19E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/>
              <a:t>ADAS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id="{D1AE44AD-A2B5-449D-8ADB-8A99BF2C0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6" y="1801132"/>
            <a:ext cx="11595369" cy="441341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774C6E-6B8B-4C33-AC58-42906EE2F179}"/>
              </a:ext>
            </a:extLst>
          </p:cNvPr>
          <p:cNvSpPr txBox="1"/>
          <p:nvPr/>
        </p:nvSpPr>
        <p:spPr>
          <a:xfrm>
            <a:off x="11525532" y="5702061"/>
            <a:ext cx="43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6763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442D74-BDF3-40EB-8258-9F44338D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GB" sz="4600" b="1" dirty="0" err="1"/>
              <a:t>Ako</a:t>
            </a:r>
            <a:r>
              <a:rPr lang="en-GB" sz="4600" b="1" dirty="0"/>
              <a:t> </a:t>
            </a:r>
            <a:r>
              <a:rPr lang="en-GB" sz="4600" b="1" dirty="0" err="1"/>
              <a:t>operuje</a:t>
            </a:r>
            <a:r>
              <a:rPr lang="en-GB" sz="4600" b="1" dirty="0"/>
              <a:t> </a:t>
            </a:r>
            <a:r>
              <a:rPr lang="en-GB" sz="4600" b="1" dirty="0" err="1"/>
              <a:t>autonómne</a:t>
            </a:r>
            <a:r>
              <a:rPr lang="en-GB" sz="4600" b="1" dirty="0"/>
              <a:t> auto?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FEEE4-9FE0-4945-A9BC-A78960B51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70" y="2872898"/>
            <a:ext cx="5144807" cy="34695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3200" dirty="0" err="1"/>
              <a:t>Samoriadenie</a:t>
            </a:r>
            <a:r>
              <a:rPr lang="en-GB" sz="3200" dirty="0"/>
              <a:t> </a:t>
            </a:r>
            <a:r>
              <a:rPr lang="en-GB" sz="3200" dirty="0" err="1"/>
              <a:t>auta</a:t>
            </a:r>
            <a:r>
              <a:rPr lang="en-GB" sz="3200" dirty="0"/>
              <a:t> </a:t>
            </a:r>
            <a:r>
              <a:rPr lang="en-GB" sz="3200" dirty="0" err="1"/>
              <a:t>sa</a:t>
            </a:r>
            <a:r>
              <a:rPr lang="en-GB" sz="3200" dirty="0"/>
              <a:t> </a:t>
            </a:r>
            <a:r>
              <a:rPr lang="en-GB" sz="3200" dirty="0" err="1"/>
              <a:t>delí</a:t>
            </a:r>
            <a:r>
              <a:rPr lang="en-GB" sz="3200" dirty="0"/>
              <a:t> </a:t>
            </a:r>
            <a:r>
              <a:rPr lang="en-GB" sz="3200" dirty="0" err="1"/>
              <a:t>na</a:t>
            </a:r>
            <a:r>
              <a:rPr lang="en-GB" sz="3200" dirty="0"/>
              <a:t> 4 </a:t>
            </a:r>
            <a:r>
              <a:rPr lang="en-GB" sz="3200" dirty="0" err="1"/>
              <a:t>kategórie</a:t>
            </a:r>
            <a:r>
              <a:rPr lang="en-GB" sz="3200" dirty="0"/>
              <a:t>:</a:t>
            </a:r>
          </a:p>
          <a:p>
            <a:pPr lvl="1"/>
            <a:r>
              <a:rPr lang="en-GB" sz="2800" dirty="0" err="1"/>
              <a:t>vizualizácia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lokalizácia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plánovanie</a:t>
            </a:r>
            <a:r>
              <a:rPr lang="en-GB" sz="2800" dirty="0"/>
              <a:t>,</a:t>
            </a:r>
          </a:p>
          <a:p>
            <a:pPr lvl="1"/>
            <a:r>
              <a:rPr lang="en-GB" sz="2800" dirty="0" err="1"/>
              <a:t>ovládanie</a:t>
            </a:r>
            <a:endParaRPr lang="en-GB" sz="2800" dirty="0"/>
          </a:p>
        </p:txBody>
      </p:sp>
      <p:pic>
        <p:nvPicPr>
          <p:cNvPr id="5" name="Picture 4" descr="Viacero poprepletaných diaľnic s autami idúcimi rôznymi smermi">
            <a:extLst>
              <a:ext uri="{FF2B5EF4-FFF2-40B4-BE49-F238E27FC236}">
                <a16:creationId xmlns:a16="http://schemas.microsoft.com/office/drawing/2014/main" id="{D6BD6CC6-BF5E-474C-B5C8-1D5DC2A71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22" r="18539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7237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0335E-95DA-4835-82FB-EA55607D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 err="1"/>
              <a:t>Vizualizácia</a:t>
            </a:r>
            <a:endParaRPr lang="en-GB" sz="5400" b="1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D39D-D9B4-4679-AF04-218B9A0E7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GB" sz="2800" dirty="0" err="1"/>
              <a:t>Úloha</a:t>
            </a:r>
            <a:r>
              <a:rPr lang="en-GB" sz="2800" dirty="0"/>
              <a:t> je </a:t>
            </a:r>
            <a:r>
              <a:rPr lang="en-GB" sz="2800" dirty="0" err="1"/>
              <a:t>detekovať</a:t>
            </a:r>
            <a:r>
              <a:rPr lang="en-GB" sz="2800" dirty="0"/>
              <a:t> </a:t>
            </a:r>
            <a:r>
              <a:rPr lang="en-GB" sz="2800" dirty="0" err="1"/>
              <a:t>jazdný</a:t>
            </a:r>
            <a:r>
              <a:rPr lang="en-GB" sz="2800" dirty="0"/>
              <a:t> </a:t>
            </a:r>
            <a:r>
              <a:rPr lang="en-GB" sz="2800" dirty="0" err="1"/>
              <a:t>pruh</a:t>
            </a:r>
            <a:r>
              <a:rPr lang="en-GB" sz="2800" dirty="0"/>
              <a:t>, </a:t>
            </a:r>
            <a:r>
              <a:rPr lang="en-GB" sz="2800" dirty="0" err="1"/>
              <a:t>členenie</a:t>
            </a:r>
            <a:r>
              <a:rPr lang="en-GB" sz="2800" dirty="0"/>
              <a:t> </a:t>
            </a:r>
            <a:r>
              <a:rPr lang="en-GB" sz="2800" dirty="0" err="1"/>
              <a:t>cesty</a:t>
            </a:r>
            <a:r>
              <a:rPr lang="en-GB" sz="2800" dirty="0"/>
              <a:t>, </a:t>
            </a:r>
            <a:r>
              <a:rPr lang="en-GB" sz="2800" dirty="0" err="1"/>
              <a:t>prekážky</a:t>
            </a:r>
            <a:r>
              <a:rPr lang="en-GB" sz="2800" dirty="0"/>
              <a:t>, </a:t>
            </a:r>
            <a:r>
              <a:rPr lang="en-GB" sz="2800" dirty="0" err="1"/>
              <a:t>dopravné</a:t>
            </a:r>
            <a:r>
              <a:rPr lang="en-GB" sz="2800" dirty="0"/>
              <a:t>/</a:t>
            </a:r>
            <a:r>
              <a:rPr lang="en-GB" sz="2800" dirty="0" err="1"/>
              <a:t>svetelné</a:t>
            </a:r>
            <a:r>
              <a:rPr lang="en-GB" sz="2800" dirty="0"/>
              <a:t>/</a:t>
            </a:r>
            <a:r>
              <a:rPr lang="en-GB" sz="2800" dirty="0" err="1"/>
              <a:t>cestné</a:t>
            </a:r>
            <a:r>
              <a:rPr lang="en-GB" sz="2800" dirty="0"/>
              <a:t> </a:t>
            </a:r>
            <a:r>
              <a:rPr lang="en-GB" sz="2800" dirty="0" err="1"/>
              <a:t>značky</a:t>
            </a:r>
            <a:r>
              <a:rPr lang="en-GB" sz="2800" dirty="0"/>
              <a:t> a </a:t>
            </a:r>
            <a:r>
              <a:rPr lang="en-GB" sz="2800" dirty="0" err="1"/>
              <a:t>odhadovať</a:t>
            </a:r>
            <a:r>
              <a:rPr lang="en-GB" sz="2800" dirty="0"/>
              <a:t> </a:t>
            </a:r>
            <a:r>
              <a:rPr lang="en-GB" sz="2800" dirty="0" err="1"/>
              <a:t>rýchlosť</a:t>
            </a:r>
            <a:r>
              <a:rPr lang="en-GB" sz="2800" dirty="0"/>
              <a:t> </a:t>
            </a:r>
            <a:r>
              <a:rPr lang="en-GB" sz="2800" dirty="0" err="1"/>
              <a:t>vozidiel</a:t>
            </a: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/>
              <a:t>Smart </a:t>
            </a:r>
            <a:r>
              <a:rPr lang="en-GB" sz="2800" dirty="0" err="1"/>
              <a:t>senzory</a:t>
            </a:r>
            <a:endParaRPr lang="en-GB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800" dirty="0" err="1"/>
              <a:t>Senzorová</a:t>
            </a:r>
            <a:r>
              <a:rPr lang="en-GB" sz="2800" dirty="0"/>
              <a:t> </a:t>
            </a:r>
            <a:r>
              <a:rPr lang="en-GB" sz="2800" dirty="0" err="1"/>
              <a:t>fúzia</a:t>
            </a:r>
            <a:r>
              <a:rPr lang="en-GB" sz="2800" dirty="0"/>
              <a:t> – </a:t>
            </a:r>
            <a:r>
              <a:rPr lang="en-GB" sz="2800" dirty="0" err="1"/>
              <a:t>klasická</a:t>
            </a:r>
            <a:r>
              <a:rPr lang="en-GB" sz="2800" dirty="0"/>
              <a:t> </a:t>
            </a:r>
            <a:r>
              <a:rPr lang="en-GB" sz="2800" dirty="0" err="1"/>
              <a:t>alebo</a:t>
            </a:r>
            <a:r>
              <a:rPr lang="en-GB" sz="2800" dirty="0"/>
              <a:t> DL </a:t>
            </a:r>
            <a:r>
              <a:rPr lang="en-GB" sz="2800" dirty="0" err="1"/>
              <a:t>algoritmy</a:t>
            </a:r>
            <a:endParaRPr lang="en-GB" sz="2800" i="1" dirty="0"/>
          </a:p>
          <a:p>
            <a:pPr lvl="2"/>
            <a:r>
              <a:rPr lang="en-GB" dirty="0"/>
              <a:t>RADAR-</a:t>
            </a:r>
            <a:r>
              <a:rPr lang="en-GB" dirty="0" err="1"/>
              <a:t>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r>
              <a:rPr lang="en-GB" dirty="0"/>
              <a:t> – </a:t>
            </a:r>
            <a:r>
              <a:rPr lang="en-GB" dirty="0" err="1"/>
              <a:t>LaneNet</a:t>
            </a:r>
            <a:r>
              <a:rPr lang="en-GB" dirty="0"/>
              <a:t>, YOLO, Radar Centric 3D Object Detection - </a:t>
            </a:r>
            <a:r>
              <a:rPr lang="en-GB" dirty="0" err="1"/>
              <a:t>FusionNet</a:t>
            </a:r>
            <a:endParaRPr lang="en-GB" dirty="0"/>
          </a:p>
          <a:p>
            <a:pPr lvl="2"/>
            <a:r>
              <a:rPr lang="en-GB" dirty="0"/>
              <a:t>LIDAR-</a:t>
            </a:r>
            <a:r>
              <a:rPr lang="en-GB" dirty="0" err="1"/>
              <a:t>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endParaRPr lang="en-GB" dirty="0"/>
          </a:p>
          <a:p>
            <a:pPr lvl="2"/>
            <a:r>
              <a:rPr lang="en-GB" dirty="0"/>
              <a:t>RADAR-LIDAR </a:t>
            </a:r>
            <a:r>
              <a:rPr lang="en-GB" dirty="0" err="1"/>
              <a:t>fúzia</a:t>
            </a:r>
            <a:endParaRPr lang="en-GB" dirty="0"/>
          </a:p>
          <a:p>
            <a:pPr lvl="2"/>
            <a:r>
              <a:rPr lang="en-GB" dirty="0"/>
              <a:t>LIDAR-</a:t>
            </a:r>
            <a:r>
              <a:rPr lang="en-GB" dirty="0" err="1"/>
              <a:t>stereokamerová</a:t>
            </a:r>
            <a:r>
              <a:rPr lang="en-GB" dirty="0"/>
              <a:t> </a:t>
            </a:r>
            <a:r>
              <a:rPr lang="en-GB" dirty="0" err="1"/>
              <a:t>fúzia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801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C05708-F385-43C2-82F6-8AC7484D5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Lokalizácia</a:t>
            </a:r>
          </a:p>
        </p:txBody>
      </p:sp>
      <p:pic>
        <p:nvPicPr>
          <p:cNvPr id="6" name="Picture 5" descr="Červené pripináčiky na mape">
            <a:extLst>
              <a:ext uri="{FF2B5EF4-FFF2-40B4-BE49-F238E27FC236}">
                <a16:creationId xmlns:a16="http://schemas.microsoft.com/office/drawing/2014/main" id="{12EC9DC5-C442-4371-9410-DDE7F7CB56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17" r="28450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266DD-1C53-41B1-A1AA-D4F56862E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923" y="2496312"/>
            <a:ext cx="7013643" cy="43616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Informácie</a:t>
            </a:r>
            <a:r>
              <a:rPr lang="en-GB" dirty="0"/>
              <a:t> z </a:t>
            </a:r>
            <a:r>
              <a:rPr lang="en-GB" dirty="0" err="1"/>
              <a:t>vizualizácie</a:t>
            </a:r>
            <a:r>
              <a:rPr lang="en-GB" dirty="0"/>
              <a:t> a </a:t>
            </a:r>
            <a:r>
              <a:rPr lang="en-GB" dirty="0" err="1"/>
              <a:t>niektorých</a:t>
            </a:r>
            <a:r>
              <a:rPr lang="en-GB" dirty="0"/>
              <a:t> </a:t>
            </a:r>
            <a:r>
              <a:rPr lang="en-GB" dirty="0" err="1"/>
              <a:t>ďalších</a:t>
            </a:r>
            <a:r>
              <a:rPr lang="en-GB" dirty="0"/>
              <a:t> </a:t>
            </a:r>
            <a:r>
              <a:rPr lang="en-GB" dirty="0" err="1"/>
              <a:t>funkcií</a:t>
            </a:r>
            <a:r>
              <a:rPr lang="en-GB" dirty="0"/>
              <a:t> </a:t>
            </a:r>
            <a:r>
              <a:rPr lang="en-GB" dirty="0" err="1"/>
              <a:t>spracuje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využitie</a:t>
            </a:r>
            <a:r>
              <a:rPr lang="en-GB" dirty="0"/>
              <a:t> </a:t>
            </a:r>
            <a:r>
              <a:rPr lang="en-GB" dirty="0" err="1"/>
              <a:t>určenia</a:t>
            </a:r>
            <a:r>
              <a:rPr lang="en-GB" dirty="0"/>
              <a:t> </a:t>
            </a:r>
            <a:r>
              <a:rPr lang="en-GB" dirty="0" err="1"/>
              <a:t>polohy</a:t>
            </a:r>
            <a:endParaRPr lang="en-GB" dirty="0"/>
          </a:p>
          <a:p>
            <a:pPr lvl="1"/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r>
              <a:rPr lang="en-GB" sz="2200" dirty="0" err="1"/>
              <a:t>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mapu</a:t>
            </a:r>
            <a:r>
              <a:rPr lang="en-GB" sz="2200" dirty="0"/>
              <a:t>, </a:t>
            </a:r>
            <a:r>
              <a:rPr lang="en-GB" sz="2200" dirty="0" err="1"/>
              <a:t>nepozná</a:t>
            </a:r>
            <a:r>
              <a:rPr lang="en-GB" sz="2200" dirty="0"/>
              <a:t> </a:t>
            </a:r>
            <a:r>
              <a:rPr lang="en-GB" sz="2200" dirty="0" err="1"/>
              <a:t>začiatočnú</a:t>
            </a:r>
            <a:r>
              <a:rPr lang="en-GB" sz="2200" dirty="0"/>
              <a:t> </a:t>
            </a:r>
            <a:r>
              <a:rPr lang="en-GB" sz="2200" dirty="0" err="1"/>
              <a:t>pozíciu</a:t>
            </a:r>
            <a:endParaRPr lang="en-GB" sz="2200" dirty="0"/>
          </a:p>
          <a:p>
            <a:pPr lvl="1"/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Pozná</a:t>
            </a:r>
            <a:r>
              <a:rPr lang="en-GB" dirty="0"/>
              <a:t> </a:t>
            </a:r>
            <a:r>
              <a:rPr lang="en-GB" dirty="0" err="1"/>
              <a:t>mapu</a:t>
            </a:r>
            <a:r>
              <a:rPr lang="en-GB" dirty="0"/>
              <a:t>, </a:t>
            </a:r>
            <a:r>
              <a:rPr lang="en-GB" dirty="0" err="1"/>
              <a:t>pozná</a:t>
            </a:r>
            <a:r>
              <a:rPr lang="en-GB" dirty="0"/>
              <a:t> </a:t>
            </a:r>
            <a:r>
              <a:rPr lang="en-GB" dirty="0" err="1"/>
              <a:t>začiatočnú</a:t>
            </a:r>
            <a:r>
              <a:rPr lang="en-GB" dirty="0"/>
              <a:t> </a:t>
            </a:r>
            <a:r>
              <a:rPr lang="en-GB" dirty="0" err="1"/>
              <a:t>pozíciu</a:t>
            </a:r>
            <a:endParaRPr lang="en-GB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systém</a:t>
            </a:r>
            <a:r>
              <a:rPr lang="en-GB" sz="2000" dirty="0"/>
              <a:t> </a:t>
            </a:r>
            <a:r>
              <a:rPr lang="en-GB" sz="2000" dirty="0" err="1"/>
              <a:t>detekcie</a:t>
            </a:r>
            <a:r>
              <a:rPr lang="en-GB" sz="2000" dirty="0"/>
              <a:t> </a:t>
            </a:r>
            <a:r>
              <a:rPr lang="en-GB" sz="2000" dirty="0" err="1"/>
              <a:t>záchytných</a:t>
            </a:r>
            <a:r>
              <a:rPr lang="en-GB" sz="2000" dirty="0"/>
              <a:t> </a:t>
            </a:r>
            <a:r>
              <a:rPr lang="en-GB" sz="2000" dirty="0" err="1"/>
              <a:t>bodov</a:t>
            </a:r>
            <a:r>
              <a:rPr lang="en-GB" sz="2000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odometria</a:t>
            </a:r>
            <a:r>
              <a:rPr lang="en-GB" sz="2000" dirty="0"/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/>
              <a:t>RTK-GPS,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sz="2000" dirty="0" err="1"/>
              <a:t>trilaterácia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20279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36050-614B-47D9-893B-5EC1F86A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GB" sz="5400" b="1"/>
              <a:t>Plánovanie</a:t>
            </a:r>
          </a:p>
        </p:txBody>
      </p:sp>
      <p:pic>
        <p:nvPicPr>
          <p:cNvPr id="5" name="Picture 4" descr="Žltá žiarovka na žltom pozadí s dokresleným káblom a lúčmi">
            <a:extLst>
              <a:ext uri="{FF2B5EF4-FFF2-40B4-BE49-F238E27FC236}">
                <a16:creationId xmlns:a16="http://schemas.microsoft.com/office/drawing/2014/main" id="{57A5D6F4-1B6F-4423-BAAD-519F7648E3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246" r="698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B6A2E-A60D-41AC-B842-0416A592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7345" y="2568102"/>
            <a:ext cx="7356315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Predvídať</a:t>
            </a:r>
            <a:r>
              <a:rPr lang="en-GB" dirty="0"/>
              <a:t> </a:t>
            </a:r>
            <a:r>
              <a:rPr lang="en-GB" dirty="0" err="1"/>
              <a:t>budúce</a:t>
            </a:r>
            <a:r>
              <a:rPr lang="en-GB" dirty="0"/>
              <a:t> </a:t>
            </a:r>
            <a:r>
              <a:rPr lang="en-GB" dirty="0" err="1"/>
              <a:t>pozície</a:t>
            </a:r>
            <a:r>
              <a:rPr lang="en-GB" dirty="0"/>
              <a:t> </a:t>
            </a:r>
            <a:r>
              <a:rPr lang="en-GB" dirty="0" err="1"/>
              <a:t>rôznych</a:t>
            </a:r>
            <a:r>
              <a:rPr lang="en-GB" dirty="0"/>
              <a:t> </a:t>
            </a:r>
            <a:r>
              <a:rPr lang="en-GB" dirty="0" err="1"/>
              <a:t>objektov</a:t>
            </a:r>
            <a:r>
              <a:rPr lang="en-GB" dirty="0"/>
              <a:t> a </a:t>
            </a:r>
            <a:r>
              <a:rPr lang="en-GB" dirty="0" err="1"/>
              <a:t>ľudí</a:t>
            </a:r>
            <a:r>
              <a:rPr lang="en-GB" dirty="0"/>
              <a:t> a </a:t>
            </a:r>
            <a:r>
              <a:rPr lang="en-GB" dirty="0" err="1"/>
              <a:t>rozhodovať</a:t>
            </a:r>
            <a:r>
              <a:rPr lang="en-GB" dirty="0"/>
              <a:t>, </a:t>
            </a:r>
            <a:r>
              <a:rPr lang="en-GB" dirty="0" err="1"/>
              <a:t>plánovať</a:t>
            </a:r>
            <a:r>
              <a:rPr lang="en-GB" dirty="0"/>
              <a:t> a </a:t>
            </a:r>
            <a:r>
              <a:rPr lang="en-GB" dirty="0" err="1"/>
              <a:t>upravovať</a:t>
            </a:r>
            <a:r>
              <a:rPr lang="en-GB" dirty="0"/>
              <a:t> </a:t>
            </a:r>
            <a:r>
              <a:rPr lang="en-GB" dirty="0" err="1"/>
              <a:t>trasu</a:t>
            </a:r>
            <a:r>
              <a:rPr lang="en-GB" dirty="0"/>
              <a:t> z </a:t>
            </a:r>
            <a:r>
              <a:rPr lang="en-GB" dirty="0" err="1"/>
              <a:t>bodu</a:t>
            </a:r>
            <a:r>
              <a:rPr lang="en-GB" dirty="0"/>
              <a:t> A do </a:t>
            </a:r>
            <a:r>
              <a:rPr lang="en-GB" dirty="0" err="1"/>
              <a:t>bodu</a:t>
            </a:r>
            <a:r>
              <a:rPr lang="en-GB" dirty="0"/>
              <a:t> B</a:t>
            </a:r>
          </a:p>
          <a:p>
            <a:pPr lvl="1"/>
            <a:r>
              <a:rPr lang="en-GB" sz="2000" dirty="0" err="1"/>
              <a:t>Plánovanie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vysokej</a:t>
            </a:r>
            <a:r>
              <a:rPr lang="en-GB" sz="2000" dirty="0"/>
              <a:t> </a:t>
            </a:r>
            <a:r>
              <a:rPr lang="en-GB" sz="2000" dirty="0" err="1"/>
              <a:t>úrovni</a:t>
            </a:r>
            <a:endParaRPr lang="en-GB" sz="2000" dirty="0"/>
          </a:p>
          <a:p>
            <a:pPr lvl="1"/>
            <a:r>
              <a:rPr lang="en-GB" sz="2000" dirty="0" err="1"/>
              <a:t>Plánovanie</a:t>
            </a:r>
            <a:r>
              <a:rPr lang="en-GB" sz="2000" dirty="0"/>
              <a:t> </a:t>
            </a:r>
            <a:r>
              <a:rPr lang="en-GB" sz="2000" dirty="0" err="1"/>
              <a:t>podľa</a:t>
            </a:r>
            <a:r>
              <a:rPr lang="en-GB" sz="2000" dirty="0"/>
              <a:t> </a:t>
            </a:r>
            <a:r>
              <a:rPr lang="en-GB" sz="2000" dirty="0" err="1"/>
              <a:t>správania</a:t>
            </a:r>
            <a:r>
              <a:rPr lang="en-GB" sz="2000" dirty="0"/>
              <a:t> </a:t>
            </a:r>
            <a:r>
              <a:rPr lang="en-GB" sz="2000" dirty="0" err="1"/>
              <a:t>okolia</a:t>
            </a:r>
            <a:endParaRPr lang="en-GB" sz="2000" dirty="0"/>
          </a:p>
          <a:p>
            <a:pPr marL="0" indent="0">
              <a:buNone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err="1"/>
              <a:t>Plánovanie</a:t>
            </a:r>
            <a:r>
              <a:rPr lang="en-GB" dirty="0"/>
              <a:t> </a:t>
            </a:r>
            <a:r>
              <a:rPr lang="en-GB" dirty="0" err="1"/>
              <a:t>podľa</a:t>
            </a:r>
            <a:r>
              <a:rPr lang="en-GB" dirty="0"/>
              <a:t> </a:t>
            </a:r>
            <a:r>
              <a:rPr lang="en-GB" dirty="0" err="1"/>
              <a:t>správania</a:t>
            </a:r>
            <a:r>
              <a:rPr lang="en-GB" dirty="0"/>
              <a:t> </a:t>
            </a:r>
            <a:r>
              <a:rPr lang="en-GB" dirty="0" err="1"/>
              <a:t>okolia</a:t>
            </a:r>
            <a:endParaRPr lang="en-GB" dirty="0"/>
          </a:p>
          <a:p>
            <a:pPr lvl="1"/>
            <a:r>
              <a:rPr lang="en-GB" sz="2000" dirty="0" err="1"/>
              <a:t>Výstupy</a:t>
            </a:r>
            <a:r>
              <a:rPr lang="en-GB" sz="2000" dirty="0"/>
              <a:t> </a:t>
            </a:r>
            <a:r>
              <a:rPr lang="en-GB" sz="2000" dirty="0" err="1"/>
              <a:t>vizualizácie</a:t>
            </a:r>
            <a:r>
              <a:rPr lang="en-GB" sz="2000" dirty="0"/>
              <a:t> </a:t>
            </a:r>
            <a:r>
              <a:rPr lang="en-GB" sz="2000" dirty="0" err="1"/>
              <a:t>kombinované</a:t>
            </a:r>
            <a:r>
              <a:rPr lang="en-GB" sz="2000" dirty="0"/>
              <a:t> so </a:t>
            </a:r>
            <a:r>
              <a:rPr lang="en-GB" sz="2000" dirty="0" err="1"/>
              <a:t>strojovým</a:t>
            </a:r>
            <a:r>
              <a:rPr lang="en-GB" sz="2000" dirty="0"/>
              <a:t> </a:t>
            </a:r>
            <a:r>
              <a:rPr lang="en-GB" sz="2000" dirty="0" err="1"/>
              <a:t>učením</a:t>
            </a:r>
            <a:r>
              <a:rPr lang="en-GB" sz="2000" dirty="0"/>
              <a:t> </a:t>
            </a:r>
            <a:r>
              <a:rPr lang="en-GB" sz="2000" dirty="0" err="1"/>
              <a:t>založeným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Gaussovej</a:t>
            </a:r>
            <a:r>
              <a:rPr lang="en-GB" sz="2000" dirty="0"/>
              <a:t> </a:t>
            </a:r>
            <a:r>
              <a:rPr lang="en-GB" sz="2000" dirty="0" err="1"/>
              <a:t>regresií</a:t>
            </a:r>
            <a:r>
              <a:rPr lang="en-GB" sz="2000" dirty="0"/>
              <a:t> </a:t>
            </a:r>
            <a:r>
              <a:rPr lang="en-GB" sz="2000" dirty="0" err="1"/>
              <a:t>procesu</a:t>
            </a:r>
            <a:r>
              <a:rPr lang="en-GB" sz="2000" dirty="0"/>
              <a:t> - DRL</a:t>
            </a:r>
          </a:p>
        </p:txBody>
      </p:sp>
    </p:spTree>
    <p:extLst>
      <p:ext uri="{BB962C8B-B14F-4D97-AF65-F5344CB8AC3E}">
        <p14:creationId xmlns:p14="http://schemas.microsoft.com/office/powerpoint/2010/main" val="837675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ABE894-DB50-48C3-8CE9-3DBCBC85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/>
              <a:t>Ovládanie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91C64-C7A7-4D67-B2F0-E93790339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51" y="1929384"/>
            <a:ext cx="11439727" cy="45819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Proces</a:t>
            </a:r>
            <a:r>
              <a:rPr lang="en-GB" sz="2400" dirty="0"/>
              <a:t> </a:t>
            </a:r>
            <a:r>
              <a:rPr lang="en-GB" sz="2400" dirty="0" err="1"/>
              <a:t>premeny</a:t>
            </a:r>
            <a:r>
              <a:rPr lang="en-GB" sz="2400" dirty="0"/>
              <a:t> </a:t>
            </a:r>
            <a:r>
              <a:rPr lang="en-GB" sz="2400" dirty="0" err="1"/>
              <a:t>zámerov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akcie</a:t>
            </a:r>
            <a:r>
              <a:rPr lang="en-GB" sz="2400" dirty="0"/>
              <a:t> – </a:t>
            </a:r>
            <a:r>
              <a:rPr lang="en-GB" sz="2000" dirty="0" err="1"/>
              <a:t>realizovať</a:t>
            </a:r>
            <a:r>
              <a:rPr lang="en-GB" sz="2000" dirty="0"/>
              <a:t> </a:t>
            </a:r>
            <a:r>
              <a:rPr lang="en-GB" sz="2000" dirty="0" err="1"/>
              <a:t>plánované</a:t>
            </a:r>
            <a:r>
              <a:rPr lang="en-GB" sz="2000" dirty="0"/>
              <a:t> </a:t>
            </a:r>
            <a:r>
              <a:rPr lang="en-GB" sz="2000" dirty="0" err="1"/>
              <a:t>účely</a:t>
            </a:r>
            <a:r>
              <a:rPr lang="en-GB" sz="2000" dirty="0"/>
              <a:t> </a:t>
            </a:r>
            <a:r>
              <a:rPr lang="en-GB" sz="2000" dirty="0" err="1"/>
              <a:t>poskytnutím</a:t>
            </a:r>
            <a:r>
              <a:rPr lang="en-GB" sz="2000" dirty="0"/>
              <a:t> </a:t>
            </a:r>
            <a:r>
              <a:rPr lang="en-GB" sz="2000" dirty="0" err="1"/>
              <a:t>potrebných</a:t>
            </a:r>
            <a:r>
              <a:rPr lang="en-GB" sz="2000" dirty="0"/>
              <a:t> </a:t>
            </a:r>
            <a:r>
              <a:rPr lang="en-GB" sz="2000" dirty="0" err="1"/>
              <a:t>vstupov</a:t>
            </a:r>
            <a:r>
              <a:rPr lang="en-GB" sz="2000" dirty="0"/>
              <a:t> </a:t>
            </a:r>
            <a:r>
              <a:rPr lang="en-GB" sz="2000" dirty="0" err="1"/>
              <a:t>na</a:t>
            </a:r>
            <a:r>
              <a:rPr lang="en-GB" sz="2000" dirty="0"/>
              <a:t> </a:t>
            </a:r>
            <a:r>
              <a:rPr lang="en-GB" sz="2000" dirty="0" err="1"/>
              <a:t>hardvérovej</a:t>
            </a:r>
            <a:r>
              <a:rPr lang="en-GB" sz="2000" dirty="0"/>
              <a:t> </a:t>
            </a:r>
            <a:r>
              <a:rPr lang="en-GB" sz="2000" dirty="0" err="1"/>
              <a:t>úrovni</a:t>
            </a:r>
            <a:r>
              <a:rPr lang="en-GB" sz="2000" dirty="0"/>
              <a:t>, </a:t>
            </a:r>
            <a:r>
              <a:rPr lang="en-GB" sz="2000" dirty="0" err="1"/>
              <a:t>ktorá</a:t>
            </a:r>
            <a:r>
              <a:rPr lang="en-GB" sz="2000" dirty="0"/>
              <a:t> </a:t>
            </a:r>
            <a:r>
              <a:rPr lang="en-GB" sz="2000" dirty="0" err="1"/>
              <a:t>generuje</a:t>
            </a:r>
            <a:r>
              <a:rPr lang="en-GB" sz="2000" dirty="0"/>
              <a:t> </a:t>
            </a:r>
            <a:r>
              <a:rPr lang="en-GB" sz="2000" dirty="0" err="1"/>
              <a:t>požadované</a:t>
            </a:r>
            <a:r>
              <a:rPr lang="en-GB" sz="2000" dirty="0"/>
              <a:t> </a:t>
            </a:r>
            <a:r>
              <a:rPr lang="en-GB" sz="2000" dirty="0" err="1"/>
              <a:t>pohyby</a:t>
            </a:r>
            <a:endParaRPr lang="en-GB" sz="2000" dirty="0"/>
          </a:p>
          <a:p>
            <a:pPr lvl="1"/>
            <a:r>
              <a:rPr lang="en-GB" sz="2200" dirty="0" err="1"/>
              <a:t>Klasický</a:t>
            </a:r>
            <a:r>
              <a:rPr lang="en-GB" sz="2200" dirty="0"/>
              <a:t> </a:t>
            </a:r>
            <a:r>
              <a:rPr lang="en-GB" sz="2200" dirty="0" err="1"/>
              <a:t>ovládač</a:t>
            </a:r>
            <a:endParaRPr lang="en-GB" sz="2200" dirty="0"/>
          </a:p>
          <a:p>
            <a:pPr lvl="1"/>
            <a:r>
              <a:rPr lang="en-GB" sz="2200" dirty="0" err="1"/>
              <a:t>Predvídavý</a:t>
            </a:r>
            <a:r>
              <a:rPr lang="en-GB" sz="2200" dirty="0"/>
              <a:t> </a:t>
            </a:r>
            <a:r>
              <a:rPr lang="en-GB" sz="2200" dirty="0" err="1"/>
              <a:t>ovládač</a:t>
            </a:r>
            <a:endParaRPr lang="en-GB" sz="2200" dirty="0"/>
          </a:p>
          <a:p>
            <a:endParaRPr lang="en-GB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Klasický</a:t>
            </a:r>
            <a:r>
              <a:rPr lang="en-GB" sz="2400" dirty="0"/>
              <a:t> </a:t>
            </a:r>
            <a:r>
              <a:rPr lang="en-GB" sz="2400" dirty="0" err="1"/>
              <a:t>ovládač</a:t>
            </a:r>
            <a:r>
              <a:rPr lang="en-GB" sz="2400" dirty="0"/>
              <a:t> – </a:t>
            </a:r>
            <a:r>
              <a:rPr lang="en-GB" sz="2400" dirty="0" err="1"/>
              <a:t>založený</a:t>
            </a:r>
            <a:r>
              <a:rPr lang="en-GB" sz="2400" dirty="0"/>
              <a:t> </a:t>
            </a:r>
            <a:r>
              <a:rPr lang="en-GB" sz="2400" dirty="0" err="1"/>
              <a:t>na</a:t>
            </a:r>
            <a:r>
              <a:rPr lang="en-GB" sz="2400" dirty="0"/>
              <a:t> </a:t>
            </a:r>
            <a:r>
              <a:rPr lang="en-GB" sz="2400" dirty="0" err="1"/>
              <a:t>spätnej</a:t>
            </a:r>
            <a:r>
              <a:rPr lang="en-GB" sz="2400" dirty="0"/>
              <a:t> </a:t>
            </a:r>
            <a:r>
              <a:rPr lang="en-GB" sz="2400" dirty="0" err="1"/>
              <a:t>väzbe</a:t>
            </a:r>
            <a:r>
              <a:rPr lang="en-GB" sz="2400" dirty="0"/>
              <a:t> a </a:t>
            </a:r>
            <a:r>
              <a:rPr lang="en-GB" sz="2400" dirty="0" err="1"/>
              <a:t>nevyžaduje</a:t>
            </a:r>
            <a:r>
              <a:rPr lang="en-GB" sz="2400" dirty="0"/>
              <a:t> </a:t>
            </a:r>
            <a:r>
              <a:rPr lang="en-GB" sz="2400" dirty="0" err="1"/>
              <a:t>žiadny</a:t>
            </a:r>
            <a:r>
              <a:rPr lang="en-GB" sz="2400" dirty="0"/>
              <a:t> </a:t>
            </a:r>
            <a:r>
              <a:rPr lang="en-GB" sz="2400" dirty="0" err="1"/>
              <a:t>systémový</a:t>
            </a:r>
            <a:r>
              <a:rPr lang="en-GB" sz="2400" dirty="0"/>
              <a:t> model</a:t>
            </a:r>
          </a:p>
          <a:p>
            <a:pPr lvl="1"/>
            <a:r>
              <a:rPr lang="en-GB" sz="2200" dirty="0" err="1"/>
              <a:t>Nevýhoda</a:t>
            </a:r>
            <a:r>
              <a:rPr lang="en-GB" sz="2200" dirty="0"/>
              <a:t> </a:t>
            </a:r>
            <a:r>
              <a:rPr lang="en-GB" sz="2200" dirty="0" err="1"/>
              <a:t>neskorej</a:t>
            </a:r>
            <a:r>
              <a:rPr lang="en-GB" sz="2200" dirty="0"/>
              <a:t> </a:t>
            </a:r>
            <a:r>
              <a:rPr lang="en-GB" sz="2200" dirty="0" err="1"/>
              <a:t>reakcie</a:t>
            </a:r>
            <a:r>
              <a:rPr lang="en-GB" sz="2200" dirty="0"/>
              <a:t> – </a:t>
            </a:r>
            <a:r>
              <a:rPr lang="en-GB" sz="2200" dirty="0" err="1"/>
              <a:t>detekuje</a:t>
            </a:r>
            <a:r>
              <a:rPr lang="en-GB" sz="2200" dirty="0"/>
              <a:t> </a:t>
            </a:r>
            <a:r>
              <a:rPr lang="en-GB" sz="2200" dirty="0" err="1"/>
              <a:t>problémy</a:t>
            </a:r>
            <a:r>
              <a:rPr lang="en-GB" sz="2200" dirty="0"/>
              <a:t> </a:t>
            </a:r>
            <a:r>
              <a:rPr lang="en-GB" sz="2200" dirty="0" err="1"/>
              <a:t>až</a:t>
            </a:r>
            <a:r>
              <a:rPr lang="en-GB" sz="2200" dirty="0"/>
              <a:t> </a:t>
            </a:r>
            <a:r>
              <a:rPr lang="en-GB" sz="2200" dirty="0" err="1"/>
              <a:t>vtedy</a:t>
            </a:r>
            <a:r>
              <a:rPr lang="en-GB" sz="2200" dirty="0"/>
              <a:t>, </a:t>
            </a:r>
            <a:r>
              <a:rPr lang="en-GB" sz="2200" dirty="0" err="1"/>
              <a:t>keď</a:t>
            </a:r>
            <a:r>
              <a:rPr lang="en-GB" sz="2200" dirty="0"/>
              <a:t> </a:t>
            </a:r>
            <a:r>
              <a:rPr lang="en-GB" sz="2200" dirty="0" err="1"/>
              <a:t>sa</a:t>
            </a:r>
            <a:r>
              <a:rPr lang="en-GB" sz="2200" dirty="0"/>
              <a:t> </a:t>
            </a:r>
            <a:r>
              <a:rPr lang="en-GB" sz="2200" dirty="0" err="1"/>
              <a:t>dejú</a:t>
            </a:r>
            <a:r>
              <a:rPr lang="en-GB" sz="2200" dirty="0"/>
              <a:t> (“</a:t>
            </a:r>
            <a:r>
              <a:rPr lang="en-GB" sz="2200" dirty="0" err="1"/>
              <a:t>dopredná</a:t>
            </a:r>
            <a:r>
              <a:rPr lang="en-GB" sz="2200" dirty="0"/>
              <a:t>” </a:t>
            </a:r>
            <a:r>
              <a:rPr lang="en-GB" sz="2200" dirty="0" err="1"/>
              <a:t>väzba</a:t>
            </a:r>
            <a:r>
              <a:rPr lang="en-GB" sz="2200" dirty="0"/>
              <a:t>)</a:t>
            </a:r>
          </a:p>
          <a:p>
            <a:endParaRPr lang="en-GB" sz="2200" dirty="0"/>
          </a:p>
          <a:p>
            <a:endParaRPr lang="en-GB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2400" dirty="0" err="1"/>
              <a:t>Technológia</a:t>
            </a:r>
            <a:r>
              <a:rPr lang="en-GB" sz="2400" dirty="0"/>
              <a:t> </a:t>
            </a:r>
            <a:r>
              <a:rPr lang="en-GB" sz="2400" dirty="0" err="1"/>
              <a:t>sa</a:t>
            </a:r>
            <a:r>
              <a:rPr lang="en-GB" sz="2400" dirty="0"/>
              <a:t> </a:t>
            </a:r>
            <a:r>
              <a:rPr lang="en-GB" sz="2400" dirty="0" err="1"/>
              <a:t>posúva</a:t>
            </a:r>
            <a:r>
              <a:rPr lang="en-GB" sz="2400" dirty="0"/>
              <a:t> k DL </a:t>
            </a:r>
            <a:r>
              <a:rPr lang="en-GB" sz="2400" dirty="0" err="1"/>
              <a:t>ovládačom</a:t>
            </a:r>
            <a:r>
              <a:rPr lang="en-GB" sz="2400" dirty="0"/>
              <a:t> – </a:t>
            </a:r>
            <a:r>
              <a:rPr lang="en-GB" sz="2400" dirty="0" err="1"/>
              <a:t>použitie</a:t>
            </a:r>
            <a:r>
              <a:rPr lang="en-GB" sz="2400" dirty="0"/>
              <a:t> End2End a DRL </a:t>
            </a:r>
            <a:r>
              <a:rPr lang="en-GB" sz="2400" dirty="0" err="1"/>
              <a:t>softvérových</a:t>
            </a:r>
            <a:r>
              <a:rPr lang="en-GB" sz="2400" dirty="0"/>
              <a:t> </a:t>
            </a:r>
            <a:r>
              <a:rPr lang="en-GB" sz="2400" dirty="0" err="1"/>
              <a:t>modelov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83076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180C2-5B0E-4A00-9DDC-95E52103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 err="1"/>
              <a:t>Zdroje</a:t>
            </a:r>
            <a:r>
              <a:rPr lang="en-GB" sz="5400" b="1" dirty="0"/>
              <a:t>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52C1-4B8D-404A-BD47-9AA2CFA45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418" y="1929383"/>
            <a:ext cx="11671539" cy="4563491"/>
          </a:xfrm>
        </p:spPr>
        <p:txBody>
          <a:bodyPr>
            <a:noAutofit/>
          </a:bodyPr>
          <a:lstStyle/>
          <a:p>
            <a:pPr algn="l"/>
            <a:r>
              <a:rPr lang="en-GB" sz="1100" dirty="0"/>
              <a:t>[1] </a:t>
            </a:r>
            <a:r>
              <a:rPr lang="en-GB" sz="1100" dirty="0">
                <a:effectLst/>
                <a:hlinkClick r:id="rId2"/>
              </a:rPr>
              <a:t>https://arcca.com/capabilities/engineering/accident-reconstruction/technology/adas-vehicle-autonomy</a:t>
            </a:r>
            <a:endParaRPr lang="en-GB" sz="1100" dirty="0">
              <a:effectLst/>
            </a:endParaRPr>
          </a:p>
          <a:p>
            <a:pPr algn="l"/>
            <a:r>
              <a:rPr lang="en-GB" sz="1100" dirty="0"/>
              <a:t>[2] </a:t>
            </a:r>
            <a:r>
              <a:rPr lang="en-GB" sz="1100" dirty="0">
                <a:effectLst/>
                <a:hlinkClick r:id="rId3"/>
              </a:rPr>
              <a:t>https://www.jstor.org/stable/26911258?seq=1#metadata_info_tab_contents</a:t>
            </a:r>
            <a:endParaRPr lang="en-GB" sz="1100" dirty="0">
              <a:effectLst/>
            </a:endParaRPr>
          </a:p>
          <a:p>
            <a:r>
              <a:rPr lang="en-GB" sz="1100" dirty="0">
                <a:effectLst/>
                <a:hlinkClick r:id="rId3"/>
              </a:rPr>
              <a:t>https://www.jstor.org/stable/26911258?seq=1#metadata_info_tab_contents</a:t>
            </a:r>
            <a:endParaRPr lang="en-GB" sz="1100" dirty="0"/>
          </a:p>
          <a:p>
            <a:r>
              <a:rPr lang="en-GB" sz="1100" dirty="0">
                <a:hlinkClick r:id="rId4"/>
              </a:rPr>
              <a:t>What is ADAS (Advanced Driver Assistance Systems)? – Overview of ADAS Applications | Synopsys</a:t>
            </a:r>
            <a:endParaRPr lang="en-GB" sz="1100" dirty="0"/>
          </a:p>
          <a:p>
            <a:r>
              <a:rPr lang="en-GB" sz="1100" dirty="0">
                <a:hlinkClick r:id="rId5"/>
              </a:rPr>
              <a:t>What is an Autonomous Car? – How Self-Driving Cars Work | Synopsys</a:t>
            </a:r>
            <a:endParaRPr lang="en-GB" sz="1100" dirty="0"/>
          </a:p>
          <a:p>
            <a:r>
              <a:rPr lang="en-GB" sz="1100" dirty="0">
                <a:hlinkClick r:id="rId6"/>
              </a:rPr>
              <a:t>The Functional Components of Autonomous Vehicles - Expert Article | Robson Forensic</a:t>
            </a:r>
            <a:endParaRPr lang="en-GB" sz="1100" dirty="0"/>
          </a:p>
          <a:p>
            <a:r>
              <a:rPr lang="en-GB" sz="1100" dirty="0">
                <a:hlinkClick r:id="rId7"/>
              </a:rPr>
              <a:t>[1807.01726] </a:t>
            </a:r>
            <a:r>
              <a:rPr lang="en-GB" sz="1100" dirty="0" err="1">
                <a:hlinkClick r:id="rId7"/>
              </a:rPr>
              <a:t>LaneNet</a:t>
            </a:r>
            <a:r>
              <a:rPr lang="en-GB" sz="1100" dirty="0">
                <a:hlinkClick r:id="rId7"/>
              </a:rPr>
              <a:t>: Real-Time Lane Detection Networks for Autonomous Driving (arxiv.org)</a:t>
            </a:r>
            <a:endParaRPr lang="en-GB" sz="1100" dirty="0"/>
          </a:p>
          <a:p>
            <a:r>
              <a:rPr lang="en-GB" sz="1100" dirty="0">
                <a:hlinkClick r:id="rId8"/>
              </a:rPr>
              <a:t>Sensors | Free Full-Text | Sensor and Sensor Fusion Technology in Autonomous Vehicles: A Review | HTML (mdpi.com)</a:t>
            </a:r>
            <a:endParaRPr lang="en-GB" sz="1100" dirty="0"/>
          </a:p>
          <a:p>
            <a:r>
              <a:rPr lang="en-GB" sz="1100" dirty="0" err="1">
                <a:hlinkClick r:id="rId9"/>
              </a:rPr>
              <a:t>ModuleNet</a:t>
            </a:r>
            <a:r>
              <a:rPr lang="en-GB" sz="1100" dirty="0">
                <a:hlinkClick r:id="rId9"/>
              </a:rPr>
              <a:t>: A Convolutional Neural Network for Stereo Vision | SpringerLink</a:t>
            </a:r>
            <a:endParaRPr lang="en-GB" sz="1100" dirty="0"/>
          </a:p>
          <a:p>
            <a:r>
              <a:rPr lang="en-GB" sz="1100" dirty="0">
                <a:hlinkClick r:id="rId10"/>
              </a:rPr>
              <a:t>[2003.00851] Deep Learning on Radar Centric 3D Object Detection (arxiv.org)</a:t>
            </a:r>
            <a:endParaRPr lang="en-GB" sz="1100" dirty="0"/>
          </a:p>
          <a:p>
            <a:r>
              <a:rPr lang="en-GB" sz="1100" dirty="0">
                <a:hlinkClick r:id="rId11"/>
              </a:rPr>
              <a:t>[1612.05360] </a:t>
            </a:r>
            <a:r>
              <a:rPr lang="en-GB" sz="1100" dirty="0" err="1">
                <a:hlinkClick r:id="rId11"/>
              </a:rPr>
              <a:t>FusionNet</a:t>
            </a:r>
            <a:r>
              <a:rPr lang="en-GB" sz="1100" dirty="0">
                <a:hlinkClick r:id="rId11"/>
              </a:rPr>
              <a:t>: A deep fully residual convolutional neural network for image segmentation in </a:t>
            </a:r>
            <a:r>
              <a:rPr lang="en-GB" sz="1100" dirty="0" err="1">
                <a:hlinkClick r:id="rId11"/>
              </a:rPr>
              <a:t>connectomics</a:t>
            </a:r>
            <a:r>
              <a:rPr lang="en-GB" sz="1100" dirty="0">
                <a:hlinkClick r:id="rId11"/>
              </a:rPr>
              <a:t> (arxiv.org)</a:t>
            </a:r>
            <a:endParaRPr lang="en-GB" sz="1100" dirty="0"/>
          </a:p>
          <a:p>
            <a:r>
              <a:rPr lang="en-GB" sz="1100" dirty="0">
                <a:hlinkClick r:id="rId12"/>
              </a:rPr>
              <a:t>[1906.01061] Localization Requirements for Autonomous Vehicles (arxiv.org)</a:t>
            </a:r>
            <a:endParaRPr lang="en-GB" sz="1100" dirty="0"/>
          </a:p>
          <a:p>
            <a:r>
              <a:rPr lang="en-GB" sz="1100" dirty="0">
                <a:hlinkClick r:id="rId13"/>
              </a:rPr>
              <a:t>Ultra-wideband Radar Technology - Google </a:t>
            </a:r>
            <a:r>
              <a:rPr lang="en-GB" sz="1100" dirty="0" err="1">
                <a:hlinkClick r:id="rId13"/>
              </a:rPr>
              <a:t>Knihy</a:t>
            </a:r>
            <a:endParaRPr lang="en-GB" sz="1100" dirty="0"/>
          </a:p>
          <a:p>
            <a:r>
              <a:rPr lang="en-GB" sz="1100" dirty="0">
                <a:hlinkClick r:id="rId14"/>
              </a:rPr>
              <a:t>GPS-Sept98_70-86 (unb.ca)</a:t>
            </a:r>
            <a:endParaRPr lang="en-GB" sz="1100" dirty="0"/>
          </a:p>
          <a:p>
            <a:r>
              <a:rPr lang="en-GB" sz="1100" dirty="0">
                <a:hlinkClick r:id="rId15"/>
              </a:rPr>
              <a:t>1705.01196.pdf (arxiv.org)</a:t>
            </a:r>
            <a:endParaRPr lang="en-GB" sz="1100" dirty="0"/>
          </a:p>
          <a:p>
            <a:r>
              <a:rPr lang="en-GB" sz="1100" dirty="0">
                <a:hlinkClick r:id="rId16"/>
              </a:rPr>
              <a:t>1705.10702.pdf (arxiv.org)</a:t>
            </a:r>
            <a:endParaRPr lang="en-GB" sz="1100" dirty="0"/>
          </a:p>
          <a:p>
            <a:endParaRPr lang="en-GB" sz="1100" dirty="0">
              <a:effectLst/>
            </a:endParaRP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63547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709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Modelovanie softvéru autonómnych aut</vt:lpstr>
      <vt:lpstr>Obsah</vt:lpstr>
      <vt:lpstr>Čo je to autonómne auto?</vt:lpstr>
      <vt:lpstr>Úrovne autonómnej jazdy</vt:lpstr>
      <vt:lpstr>Advanced Driver Assistance Systems (ADAS)</vt:lpstr>
      <vt:lpstr>ADAS</vt:lpstr>
      <vt:lpstr>ADAS</vt:lpstr>
      <vt:lpstr>Ako operuje autonómne auto?</vt:lpstr>
      <vt:lpstr>Vizualizácia</vt:lpstr>
      <vt:lpstr>Lokalizácia</vt:lpstr>
      <vt:lpstr>Plánovanie</vt:lpstr>
      <vt:lpstr>Ovládanie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Modelovanie softvéru autonómnych aut</dc:title>
  <dc:creator>Peter Bartoš</dc:creator>
  <cp:lastModifiedBy>Peter</cp:lastModifiedBy>
  <cp:revision>1</cp:revision>
  <dcterms:created xsi:type="dcterms:W3CDTF">2021-12-01T07:42:44Z</dcterms:created>
  <dcterms:modified xsi:type="dcterms:W3CDTF">2021-12-03T11:03:05Z</dcterms:modified>
</cp:coreProperties>
</file>